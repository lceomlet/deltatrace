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sldIdLst>
    <p:sldId id="256" r:id="rId2"/>
  </p:sldIdLst>
  <p:sldSz cx="12801600" cy="9737725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Cambria Math" panose="02040503050406030204" pitchFamily="18" charset="0"/>
      <p:regular r:id="rId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9BCA"/>
    <a:srgbClr val="F1F5F7"/>
    <a:srgbClr val="ECF4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3" d="100"/>
          <a:sy n="63" d="100"/>
        </p:scale>
        <p:origin x="58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Figure 1, DeltaTrace manuscript.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34" Type="http://schemas.openxmlformats.org/officeDocument/2006/relationships/image" Target="../media/image4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a14="http://schemas.microsoft.com/office/drawing/2010/main" xmlns:a16="http://schemas.microsoft.com/office/drawing/2014/main" xmlns:m="http://schemas.openxmlformats.org/officeDocument/2006/math" xmlns:mc="http://schemas.openxmlformats.org/markup-compatibility/2006" xmlns:ns7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1_0029_patch_23">
            <a:extLst>
              <a:ext uri="{FF2B5EF4-FFF2-40B4-BE49-F238E27FC236}">
                <a16:creationId id="{A41CEC2B-284F-40D7-91A7-70577BC12A0B}"/>
              </a:ext>
            </a:extLst>
          </p:cNvPr>
          <p:cNvSpPr>
            <a:spLocks/>
          </p:cNvSpPr>
          <p:nvPr/>
        </p:nvSpPr>
        <p:spPr>
          <a:xfrm>
            <a:off x="595296" y="4358164"/>
            <a:ext cx="192599" cy="152400"/>
          </a:xfrm>
          <a:custGeom>
            <a:avLst/>
            <a:gdLst/>
            <a:ahLst/>
            <a:cxnLst/>
            <a:rect l="0" t="0" r="177800" b="152400"/>
            <a:pathLst>
              <a:path w="177800" h="152400">
                <a:moveTo>
                  <a:pt x="0" y="0"/>
                </a:moveTo>
                <a:lnTo>
                  <a:pt x="177800" y="0"/>
                </a:lnTo>
                <a:lnTo>
                  <a:pt x="1778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8FAED0"/>
          </a:solidFill>
          <a:ln w="6350" cap="flat">
            <a:solidFill>
              <a:srgbClr val="FFFFFF"/>
            </a:solidFill>
            <a:miter/>
          </a:ln>
        </p:spPr>
      </p:sp>
      <p:sp>
        <p:nvSpPr>
          <p:cNvPr id="31" name="F1_0030_patch_24">
            <a:extLst>
              <a:ext uri="{FF2B5EF4-FFF2-40B4-BE49-F238E27FC236}">
                <a16:creationId id="{D63E835E-472E-47B4-BF52-4893FD7A602C}"/>
              </a:ext>
            </a:extLst>
          </p:cNvPr>
          <p:cNvSpPr>
            <a:spLocks/>
          </p:cNvSpPr>
          <p:nvPr/>
        </p:nvSpPr>
        <p:spPr>
          <a:xfrm>
            <a:off x="815409" y="4358164"/>
            <a:ext cx="192599" cy="152400"/>
          </a:xfrm>
          <a:custGeom>
            <a:avLst/>
            <a:gdLst/>
            <a:ahLst/>
            <a:cxnLst/>
            <a:rect l="0" t="0" r="177800" b="152400"/>
            <a:pathLst>
              <a:path w="177800" h="152400">
                <a:moveTo>
                  <a:pt x="0" y="0"/>
                </a:moveTo>
                <a:lnTo>
                  <a:pt x="177800" y="0"/>
                </a:lnTo>
                <a:lnTo>
                  <a:pt x="1778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8FAED0"/>
          </a:solidFill>
          <a:ln w="6350" cap="flat">
            <a:solidFill>
              <a:srgbClr val="FFFFFF"/>
            </a:solidFill>
            <a:miter/>
          </a:ln>
        </p:spPr>
      </p:sp>
      <p:sp>
        <p:nvSpPr>
          <p:cNvPr id="32" name="F1_0031_patch_25">
            <a:extLst>
              <a:ext uri="{FF2B5EF4-FFF2-40B4-BE49-F238E27FC236}">
                <a16:creationId id="{5BFB69F2-255A-4F37-B771-EBCC869F3192}"/>
              </a:ext>
            </a:extLst>
          </p:cNvPr>
          <p:cNvSpPr>
            <a:spLocks/>
          </p:cNvSpPr>
          <p:nvPr/>
        </p:nvSpPr>
        <p:spPr>
          <a:xfrm>
            <a:off x="1035523" y="4358164"/>
            <a:ext cx="192599" cy="152400"/>
          </a:xfrm>
          <a:custGeom>
            <a:avLst/>
            <a:gdLst/>
            <a:ahLst/>
            <a:cxnLst/>
            <a:rect l="0" t="0" r="177800" b="152400"/>
            <a:pathLst>
              <a:path w="177800" h="152400">
                <a:moveTo>
                  <a:pt x="0" y="0"/>
                </a:moveTo>
                <a:lnTo>
                  <a:pt x="177800" y="0"/>
                </a:lnTo>
                <a:lnTo>
                  <a:pt x="1778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8FAED0"/>
          </a:solidFill>
          <a:ln w="6350" cap="flat">
            <a:solidFill>
              <a:srgbClr val="FFFFFF"/>
            </a:solidFill>
            <a:miter/>
          </a:ln>
        </p:spPr>
      </p:sp>
      <p:sp>
        <p:nvSpPr>
          <p:cNvPr id="33" name="F1_0032_patch_26">
            <a:extLst>
              <a:ext uri="{FF2B5EF4-FFF2-40B4-BE49-F238E27FC236}">
                <a16:creationId id="{8DF2D027-4A59-4FB5-9758-75FB5F65EE8A}"/>
              </a:ext>
            </a:extLst>
          </p:cNvPr>
          <p:cNvSpPr>
            <a:spLocks/>
          </p:cNvSpPr>
          <p:nvPr/>
        </p:nvSpPr>
        <p:spPr>
          <a:xfrm>
            <a:off x="2122333" y="4358164"/>
            <a:ext cx="192599" cy="152400"/>
          </a:xfrm>
          <a:custGeom>
            <a:avLst/>
            <a:gdLst/>
            <a:ahLst/>
            <a:cxnLst/>
            <a:rect l="0" t="0" r="177800" b="152400"/>
            <a:pathLst>
              <a:path w="177800" h="152400">
                <a:moveTo>
                  <a:pt x="0" y="0"/>
                </a:moveTo>
                <a:lnTo>
                  <a:pt x="177800" y="0"/>
                </a:lnTo>
                <a:lnTo>
                  <a:pt x="1778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B6C1CB"/>
          </a:solidFill>
          <a:ln w="6350" cap="flat">
            <a:solidFill>
              <a:srgbClr val="FFFFFF"/>
            </a:solidFill>
            <a:miter/>
          </a:ln>
        </p:spPr>
      </p:sp>
      <p:sp>
        <p:nvSpPr>
          <p:cNvPr id="34" name="F1_0033_patch_27">
            <a:extLst>
              <a:ext uri="{FF2B5EF4-FFF2-40B4-BE49-F238E27FC236}">
                <a16:creationId id="{839492DE-A54B-42D6-A122-B21468602C8C}"/>
              </a:ext>
            </a:extLst>
          </p:cNvPr>
          <p:cNvSpPr>
            <a:spLocks/>
          </p:cNvSpPr>
          <p:nvPr/>
        </p:nvSpPr>
        <p:spPr>
          <a:xfrm>
            <a:off x="2342447" y="4358164"/>
            <a:ext cx="192599" cy="152400"/>
          </a:xfrm>
          <a:custGeom>
            <a:avLst/>
            <a:gdLst/>
            <a:ahLst/>
            <a:cxnLst/>
            <a:rect l="0" t="0" r="177800" b="152400"/>
            <a:pathLst>
              <a:path w="177800" h="152400">
                <a:moveTo>
                  <a:pt x="0" y="0"/>
                </a:moveTo>
                <a:lnTo>
                  <a:pt x="177800" y="0"/>
                </a:lnTo>
                <a:lnTo>
                  <a:pt x="1778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B6C1CB"/>
          </a:solidFill>
          <a:ln w="6350" cap="flat">
            <a:solidFill>
              <a:srgbClr val="FFFFFF"/>
            </a:solidFill>
            <a:miter/>
          </a:ln>
        </p:spPr>
      </p:sp>
      <p:sp>
        <p:nvSpPr>
          <p:cNvPr id="35" name="F1_0034_patch_28">
            <a:extLst>
              <a:ext uri="{FF2B5EF4-FFF2-40B4-BE49-F238E27FC236}">
                <a16:creationId id="{25FA5FE1-E71D-4B88-BF8B-D14DCEF44197}"/>
              </a:ext>
            </a:extLst>
          </p:cNvPr>
          <p:cNvSpPr>
            <a:spLocks/>
          </p:cNvSpPr>
          <p:nvPr/>
        </p:nvSpPr>
        <p:spPr>
          <a:xfrm>
            <a:off x="2562561" y="4358164"/>
            <a:ext cx="192599" cy="152400"/>
          </a:xfrm>
          <a:custGeom>
            <a:avLst/>
            <a:gdLst/>
            <a:ahLst/>
            <a:cxnLst/>
            <a:rect l="0" t="0" r="177800" b="152400"/>
            <a:pathLst>
              <a:path w="177800" h="152400">
                <a:moveTo>
                  <a:pt x="0" y="0"/>
                </a:moveTo>
                <a:lnTo>
                  <a:pt x="177800" y="0"/>
                </a:lnTo>
                <a:lnTo>
                  <a:pt x="1778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B6C1CB"/>
          </a:solidFill>
          <a:ln w="6350" cap="flat">
            <a:solidFill>
              <a:srgbClr val="FFFFFF"/>
            </a:solidFill>
            <a:miter/>
          </a:ln>
        </p:spPr>
      </p:sp>
      <p:sp>
        <p:nvSpPr>
          <p:cNvPr id="36" name="F1_0035_patch_29">
            <a:extLst>
              <a:ext uri="{FF2B5EF4-FFF2-40B4-BE49-F238E27FC236}">
                <a16:creationId id="{F0E3C136-ECFC-44D6-B6D1-67C4BA1CC11A}"/>
              </a:ext>
            </a:extLst>
          </p:cNvPr>
          <p:cNvSpPr>
            <a:spLocks/>
          </p:cNvSpPr>
          <p:nvPr/>
        </p:nvSpPr>
        <p:spPr>
          <a:xfrm>
            <a:off x="4100417" y="4382088"/>
            <a:ext cx="192599" cy="152400"/>
          </a:xfrm>
          <a:custGeom>
            <a:avLst/>
            <a:gdLst/>
            <a:ahLst/>
            <a:cxnLst/>
            <a:rect l="0" t="0" r="177800" b="152400"/>
            <a:pathLst>
              <a:path w="177800" h="152400">
                <a:moveTo>
                  <a:pt x="0" y="0"/>
                </a:moveTo>
                <a:lnTo>
                  <a:pt x="177800" y="0"/>
                </a:lnTo>
                <a:lnTo>
                  <a:pt x="1778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B19BCA"/>
          </a:solidFill>
          <a:ln w="6350" cap="flat">
            <a:solidFill>
              <a:srgbClr val="FFFFFF"/>
            </a:solidFill>
            <a:miter/>
          </a:ln>
        </p:spPr>
      </p:sp>
      <p:sp>
        <p:nvSpPr>
          <p:cNvPr id="37" name="F1_0036_patch_30">
            <a:extLst>
              <a:ext uri="{FF2B5EF4-FFF2-40B4-BE49-F238E27FC236}">
                <a16:creationId id="{72EA5A29-F215-444C-BB4B-C9C291699ECC}"/>
              </a:ext>
            </a:extLst>
          </p:cNvPr>
          <p:cNvSpPr>
            <a:spLocks/>
          </p:cNvSpPr>
          <p:nvPr/>
        </p:nvSpPr>
        <p:spPr>
          <a:xfrm>
            <a:off x="4320530" y="4382088"/>
            <a:ext cx="192599" cy="152400"/>
          </a:xfrm>
          <a:custGeom>
            <a:avLst/>
            <a:gdLst/>
            <a:ahLst/>
            <a:cxnLst/>
            <a:rect l="0" t="0" r="177800" b="152400"/>
            <a:pathLst>
              <a:path w="177800" h="152400">
                <a:moveTo>
                  <a:pt x="0" y="0"/>
                </a:moveTo>
                <a:lnTo>
                  <a:pt x="177800" y="0"/>
                </a:lnTo>
                <a:lnTo>
                  <a:pt x="1778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B19BCA"/>
          </a:solidFill>
          <a:ln w="6350" cap="flat">
            <a:solidFill>
              <a:srgbClr val="FFFFFF"/>
            </a:solidFill>
            <a:miter/>
          </a:ln>
        </p:spPr>
      </p:sp>
      <p:sp>
        <p:nvSpPr>
          <p:cNvPr id="38" name="F1_0037_patch_31">
            <a:extLst>
              <a:ext uri="{FF2B5EF4-FFF2-40B4-BE49-F238E27FC236}">
                <a16:creationId id="{045CB417-03C4-4F45-9697-9B1D31A9633A}"/>
              </a:ext>
            </a:extLst>
          </p:cNvPr>
          <p:cNvSpPr>
            <a:spLocks/>
          </p:cNvSpPr>
          <p:nvPr/>
        </p:nvSpPr>
        <p:spPr>
          <a:xfrm>
            <a:off x="4540644" y="4382088"/>
            <a:ext cx="192599" cy="152400"/>
          </a:xfrm>
          <a:custGeom>
            <a:avLst/>
            <a:gdLst/>
            <a:ahLst/>
            <a:cxnLst/>
            <a:rect l="0" t="0" r="177800" b="152400"/>
            <a:pathLst>
              <a:path w="177800" h="152400">
                <a:moveTo>
                  <a:pt x="0" y="0"/>
                </a:moveTo>
                <a:lnTo>
                  <a:pt x="177800" y="0"/>
                </a:lnTo>
                <a:lnTo>
                  <a:pt x="1778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B19BCA"/>
          </a:solidFill>
          <a:ln w="6350" cap="flat">
            <a:solidFill>
              <a:srgbClr val="FFFFFF"/>
            </a:solidFill>
            <a:miter/>
          </a:ln>
        </p:spPr>
      </p:sp>
      <p:cxnSp>
        <p:nvCxnSpPr>
          <p:cNvPr id="20001" name="Arrow patch_32" descr="Native PowerPoint arrow connector"/>
          <p:cNvCxnSpPr/>
          <p:nvPr/>
        </p:nvCxnSpPr>
        <p:spPr>
          <a:xfrm>
            <a:off x="1545003" y="4842193"/>
            <a:ext cx="1038269" cy="211614"/>
          </a:xfrm>
          <a:prstGeom prst="line">
            <a:avLst/>
          </a:prstGeom>
          <a:ln w="17780" cap="rnd">
            <a:solidFill>
              <a:srgbClr val="245C89"/>
            </a:solidFill>
            <a:round/>
            <a:headEnd type="none"/>
            <a:tailEnd type="triangle" w="med" len="med"/>
          </a:ln>
        </p:spPr>
      </p:cxnSp>
      <p:cxnSp>
        <p:nvCxnSpPr>
          <p:cNvPr id="20002" name="Arrow patch_33" descr="Native PowerPoint arrow connector"/>
          <p:cNvCxnSpPr/>
          <p:nvPr/>
        </p:nvCxnSpPr>
        <p:spPr>
          <a:xfrm flipH="1">
            <a:off x="3616916" y="4831874"/>
            <a:ext cx="928332" cy="211145"/>
          </a:xfrm>
          <a:prstGeom prst="line">
            <a:avLst/>
          </a:prstGeom>
          <a:ln w="17780" cap="rnd">
            <a:solidFill>
              <a:srgbClr val="67448F"/>
            </a:solidFill>
            <a:round/>
            <a:headEnd type="none"/>
            <a:tailEnd type="triangle" w="med" len="med"/>
          </a:ln>
        </p:spPr>
      </p:cxnSp>
      <p:sp>
        <p:nvSpPr>
          <p:cNvPr id="645" name="F1_0644_text_17" descr="(a) Overall method">
            <a:extLst>
              <a:ext uri="{FF2B5EF4-FFF2-40B4-BE49-F238E27FC236}">
                <a16:creationId id="{8C704559-CB63-43D9-B70C-9B6305EB995F}"/>
              </a:ext>
            </a:extLst>
          </p:cNvPr>
          <p:cNvSpPr>
            <a:spLocks/>
          </p:cNvSpPr>
          <p:nvPr/>
        </p:nvSpPr>
        <p:spPr>
          <a:xfrm>
            <a:off x="249075" y="55513"/>
            <a:ext cx="3081590" cy="39946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lang="en-US" sz="2750" b="1" i="0" kern="1200" spc="0" dirty="0">
                <a:solidFill>
                  <a:srgbClr val="20252B"/>
                </a:solidFill>
                <a:latin typeface="TimesNewRomanPS-BoldMT"/>
                <a:ea typeface="TimesNewRomanPS-BoldMT"/>
                <a:cs typeface="TimesNewRomanPS-BoldMT"/>
              </a:defRPr>
            </a:pPr>
            <a:r>
              <a:rPr lang="en-US" sz="2750" b="1" i="0" kern="1200" spc="0" dirty="0">
                <a:solidFill>
                  <a:srgbClr val="20252B"/>
                </a:solidFill>
                <a:latin typeface="TimesNewRomanPS-BoldMT"/>
                <a:ea typeface="TimesNewRomanPS-BoldMT"/>
                <a:cs typeface="TimesNewRomanPS-BoldMT"/>
              </a:rPr>
              <a:t>(a) Overall method</a:t>
            </a:r>
          </a:p>
        </p:txBody>
      </p:sp>
      <p:grpSp>
        <p:nvGrpSpPr>
          <p:cNvPr id="10011" name="Two forward runs with fixed response y"/>
          <p:cNvGrpSpPr/>
          <p:nvPr/>
        </p:nvGrpSpPr>
        <p:grpSpPr>
          <a:xfrm>
            <a:off x="249246" y="447763"/>
            <a:ext cx="4497155" cy="436362"/>
            <a:chOff x="209785" y="447763"/>
            <a:chExt cx="4151593" cy="436362"/>
          </a:xfrm>
        </p:grpSpPr>
        <mc:AlternateContent>
          <mc:Choice Requires="a14">
            <p:sp>
              <p:nvSpPr>
                <p:cNvPr id="20054" name="Two forward runs with fixed response y"/>
                <p:cNvSpPr txBox="1"/>
                <p:nvPr/>
              </p:nvSpPr>
              <p:spPr>
                <a:xfrm>
                  <a:off x="209785" y="447763"/>
                  <a:ext cx="4405593" cy="70839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>
                    <a:defRPr lang="en-US" sz="2040" b="0" i="0" kern="1200" spc="0" dirty="0">
                      <a:solidFill>
                        <a:srgbClr val="20252B"/>
                      </a:solidFill>
                      <a:latin typeface="TimesNewRomanPSMT"/>
                      <a:ea typeface="TimesNewRomanPSMT"/>
                      <a:cs typeface="TimesNewRomanPSMT"/>
                    </a:defRPr>
                  </a:pPr>
                  <a:r>
                    <a:rPr lang="en-US" sz="2040" b="0" i="0" kern="1200" spc="0" dirty="0">
                      <a:solidFill>
                        <a:srgbClr val="20252B"/>
                      </a:solidFill>
                      <a:latin typeface="TimesNewRomanPSMT"/>
                      <a:ea typeface="TimesNewRomanPSMT"/>
                      <a:cs typeface="TimesNewRomanPSMT"/>
                    </a:rPr>
                    <a:t>Two forward runs with fixed response </a:t>
                  </a:r>
                  <a14:m>
                    <m:oMath>
                      <m:r>
                        <a:rPr lang="en-US" sz="2040" b="0" i="1" smtClean="0">
                          <a:solidFill>
                            <a:srgbClr val="20252B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𝑦</m:t>
                      </m:r>
                    </m:oMath>
                  </a14:m>
                  <a:endParaRPr lang="en-US" sz="2040" b="0" i="0" kern="1200" spc="0" dirty="0">
                    <a:solidFill>
                      <a:srgbClr val="20252B"/>
                    </a:solidFill>
                    <a:latin typeface="TimesNewRomanPSMT"/>
                    <a:ea typeface="TimesNewRomanPSMT"/>
                    <a:cs typeface="TimesNewRomanPSMT"/>
                  </a:endParaRPr>
                </a:p>
              </p:txBody>
            </p:sp>
          </mc:Choice>
          <mc:Fallback>
            <p:sp>
              <p:nvSpPr>
                <p:cNvPr id="20054" name="Two forward runs with fixed response y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785" y="447763"/>
                  <a:ext cx="4405593" cy="708391"/>
                </a:xfrm>
                <a:prstGeom prst="rect">
                  <a:avLst/>
                </a:prstGeom>
                <a:blipFill>
                  <a:blip r:embed="rId3"/>
                  <a:stretch>
                    <a:fillRect l="-3321" t="-102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022" name="Displacement Δei"/>
          <p:cNvGrpSpPr/>
          <p:nvPr/>
        </p:nvGrpSpPr>
        <p:grpSpPr>
          <a:xfrm>
            <a:off x="555456" y="4586257"/>
            <a:ext cx="2198838" cy="459477"/>
            <a:chOff x="571219" y="3684108"/>
            <a:chExt cx="2029879" cy="459477"/>
          </a:xfrm>
        </p:grpSpPr>
        <mc:AlternateContent>
          <mc:Choice Requires="a14">
            <p:sp>
              <p:nvSpPr>
                <p:cNvPr id="20055" name="Displacement Delta e_i"/>
                <p:cNvSpPr txBox="1"/>
                <p:nvPr/>
              </p:nvSpPr>
              <p:spPr>
                <a:xfrm>
                  <a:off x="571219" y="3684108"/>
                  <a:ext cx="2283879" cy="7466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>
                    <a:defRPr lang="en-US" sz="2150" b="1" i="0" kern="1200" spc="0" dirty="0">
                      <a:solidFill>
                        <a:srgbClr val="245C89"/>
                      </a:solidFill>
                      <a:latin typeface="TimesNewRomanPS-BoldMT"/>
                      <a:ea typeface="TimesNewRomanPS-BoldMT"/>
                      <a:cs typeface="TimesNewRomanPS-BoldMT"/>
                    </a:defRPr>
                  </a:pPr>
                  <a:r>
                    <a:rPr lang="en-US" sz="2150" b="1" i="0" kern="1200" spc="0" dirty="0">
                      <a:solidFill>
                        <a:srgbClr val="245C89"/>
                      </a:solidFill>
                      <a:latin typeface="TimesNewRomanPS-BoldMT"/>
                      <a:ea typeface="TimesNewRomanPS-BoldMT"/>
                      <a:cs typeface="TimesNewRomanPS-BoldMT"/>
                    </a:rPr>
                    <a:t>Displacement </a:t>
                  </a:r>
                  <a14:m>
                    <m:oMath>
                      <m:r>
                        <m:rPr>
                          <m:sty m:val="p"/>
                        </m:rPr>
                        <a:rPr lang="en-US" sz="2150" b="0" i="0" smtClean="0">
                          <a:solidFill>
                            <a:srgbClr val="245C89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Δ</m:t>
                      </m:r>
                      <m:sSub>
                        <m:sSubPr>
                          <m:ctrlPr>
                            <a:rPr lang="en-US" sz="2150" b="0" i="1" smtClean="0">
                              <a:solidFill>
                                <a:srgbClr val="245C89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2150" b="0" i="1" smtClean="0">
                              <a:solidFill>
                                <a:srgbClr val="245C89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𝑒</m:t>
                          </m:r>
                        </m:e>
                        <m:sub>
                          <m:r>
                            <a:rPr lang="en-US" sz="2150" b="0" i="1" smtClean="0">
                              <a:solidFill>
                                <a:srgbClr val="245C89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en-US" sz="2150" b="1" i="0" kern="1200" spc="0" dirty="0">
                    <a:solidFill>
                      <a:srgbClr val="245C89"/>
                    </a:solidFill>
                    <a:latin typeface="TimesNewRomanPS-BoldMT"/>
                    <a:ea typeface="TimesNewRomanPS-BoldMT"/>
                    <a:cs typeface="TimesNewRomanPS-BoldMT"/>
                  </a:endParaRPr>
                </a:p>
              </p:txBody>
            </p:sp>
          </mc:Choice>
          <mc:Fallback>
            <p:sp>
              <p:nvSpPr>
                <p:cNvPr id="20055" name="Displacement Delta e_i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219" y="3684108"/>
                  <a:ext cx="2283879" cy="746634"/>
                </a:xfrm>
                <a:prstGeom prst="rect">
                  <a:avLst/>
                </a:prstGeom>
                <a:blipFill>
                  <a:blip r:embed="rId4"/>
                  <a:stretch>
                    <a:fillRect l="-6650" t="-113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>
        <mc:Choice Requires="a14">
          <p:sp>
            <p:nvSpPr>
              <p:cNvPr id="20026" name="Equation -" descr="-"/>
              <p:cNvSpPr txBox="1"/>
              <p:nvPr/>
            </p:nvSpPr>
            <p:spPr>
              <a:xfrm>
                <a:off x="1626422" y="4223494"/>
                <a:ext cx="303389" cy="8229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>
                  <a:defRPr lang="en-US" sz="2400" b="0" i="0" smtClean="0">
                    <a:solidFill>
                      <a:srgbClr val="20252B"/>
                    </a:solidFill>
                    <a:latin typeface="Cambria Math" charset="0"/>
                    <a:ea typeface="Cambria Math" charset="0"/>
                    <a:cs typeface="Cambria Math" charset="0"/>
                  </a:defRPr>
                </a:pPr>
                <a14:m>
                  <m:oMathPara>
                    <m:oMathParaPr>
                      <m:jc m:val="centerGroup"/>
                    </m:oMathParaPr>
                    <m:oMath>
                      <m:r>
                        <a:rPr lang="en-US" sz="2400" b="0" i="0" smtClean="0">
                          <a:solidFill>
                            <a:srgbClr val="20252B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</m:t>
                      </m:r>
                    </m:oMath>
                  </m:oMathPara>
                </a14:m>
                <a:endParaRPr lang="en-US" sz="2400" b="0" i="0">
                  <a:solidFill>
                    <a:srgbClr val="20252B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>
          <p:sp>
            <p:nvSpPr>
              <p:cNvPr id="20026" name="Equation -" descr="-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6422" y="4223494"/>
                <a:ext cx="303389" cy="822960"/>
              </a:xfrm>
              <a:prstGeom prst="rect">
                <a:avLst/>
              </a:prstGeom>
              <a:blipFill>
                <a:blip r:embed="rId5"/>
                <a:stretch>
                  <a:fillRect l="-6000" r="-2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23" name="mei"/>
          <p:cNvGrpSpPr/>
          <p:nvPr/>
        </p:nvGrpSpPr>
        <p:grpSpPr>
          <a:xfrm>
            <a:off x="4974808" y="4290301"/>
            <a:ext cx="384001" cy="453771"/>
            <a:chOff x="4515603" y="4619913"/>
            <a:chExt cx="354494" cy="453771"/>
          </a:xfrm>
        </p:grpSpPr>
        <mc:AlternateContent>
          <mc:Choice Requires="a14">
            <p:sp>
              <p:nvSpPr>
                <p:cNvPr id="20027" name="Equation sub(m,sub(e,i))" descr="sub(m,sub(e,i))"/>
                <p:cNvSpPr txBox="1"/>
                <p:nvPr/>
              </p:nvSpPr>
              <p:spPr>
                <a:xfrm>
                  <a:off x="4515603" y="4593332"/>
                  <a:ext cx="417994" cy="7886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>
                    <a:defRPr lang="en-US" sz="2300" b="0" i="0" smtClean="0">
                      <a:solidFill>
                        <a:srgbClr val="67448F"/>
                      </a:solidFill>
                      <a:latin typeface="Cambria Math" charset="0"/>
                      <a:ea typeface="Cambria Math" charset="0"/>
                      <a:cs typeface="Cambria Math" charset="0"/>
                    </a:defRPr>
                  </a:pPr>
                  <a14:m>
                    <m:oMathPara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US" sz="2300" b="0" i="1" smtClean="0">
                                <a:solidFill>
                                  <a:srgbClr val="67448F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2300" b="0" i="1" smtClean="0">
                                <a:solidFill>
                                  <a:srgbClr val="67448F"/>
                                </a:solidFill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𝑚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300" b="0" i="1" smtClean="0">
                                    <a:solidFill>
                                      <a:srgbClr val="67448F"/>
                                    </a:solidFill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300" b="0" i="1" smtClean="0">
                                    <a:solidFill>
                                      <a:srgbClr val="67448F"/>
                                    </a:solidFill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300" b="0" i="1" smtClean="0">
                                    <a:solidFill>
                                      <a:srgbClr val="67448F"/>
                                    </a:solidFill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sz="2300" b="0" i="0">
                    <a:solidFill>
                      <a:srgbClr val="67448F"/>
                    </a:solidFill>
                    <a:latin typeface="Cambria Math" charset="0"/>
                    <a:ea typeface="Cambria Math" charset="0"/>
                    <a:cs typeface="Cambria Math" charset="0"/>
                  </a:endParaRPr>
                </a:p>
              </p:txBody>
            </p:sp>
          </mc:Choice>
          <mc:Fallback>
            <p:sp>
              <p:nvSpPr>
                <p:cNvPr id="20027" name="Equation sub(m,sub(e,i))" descr="sub(m,sub(e,i))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5603" y="4593332"/>
                  <a:ext cx="417994" cy="788670"/>
                </a:xfrm>
                <a:prstGeom prst="rect">
                  <a:avLst/>
                </a:prstGeom>
                <a:blipFill>
                  <a:blip r:embed="rId6"/>
                  <a:stretch>
                    <a:fillRect l="-16216" r="-1081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024" name="Displacement × slope; sum within token"/>
          <p:cNvGrpSpPr/>
          <p:nvPr/>
        </p:nvGrpSpPr>
        <p:grpSpPr>
          <a:xfrm>
            <a:off x="403861" y="5500272"/>
            <a:ext cx="4916968" cy="437524"/>
            <a:chOff x="444522" y="5208365"/>
            <a:chExt cx="4539147" cy="437524"/>
          </a:xfrm>
        </p:grpSpPr>
        <mc:AlternateContent>
          <mc:Choice Requires="a14">
            <p:sp>
              <p:nvSpPr>
                <p:cNvPr id="20065" name="Displacement times slope equals displacement"/>
                <p:cNvSpPr txBox="1"/>
                <p:nvPr/>
              </p:nvSpPr>
              <p:spPr>
                <a:xfrm>
                  <a:off x="444522" y="5208365"/>
                  <a:ext cx="4729647" cy="709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>
                    <a:defRPr lang="en-US" sz="2040" b="0" i="0" kern="1200" spc="0" dirty="0">
                      <a:solidFill>
                        <a:srgbClr val="20252B"/>
                      </a:solidFill>
                      <a:latin typeface="TimesNewRomanPSMT"/>
                      <a:ea typeface="TimesNewRomanPSMT"/>
                      <a:cs typeface="TimesNewRomanPSMT"/>
                    </a:defRPr>
                  </a:pPr>
                  <a:r>
                    <a:rPr lang="en-US" sz="2040" b="0" i="0" kern="1200" spc="0" dirty="0">
                      <a:solidFill>
                        <a:srgbClr val="20252B"/>
                      </a:solidFill>
                      <a:latin typeface="TimesNewRomanPSMT"/>
                      <a:ea typeface="TimesNewRomanPSMT"/>
                      <a:cs typeface="TimesNewRomanPSMT"/>
                    </a:rPr>
                    <a:t>Displacement </a:t>
                  </a:r>
                  <a14:m>
                    <m:oMath>
                      <m:r>
                        <m:rPr>
                          <m:sty m:val="p"/>
                        </m:rPr>
                        <a:rPr lang="en-US" sz="2040" b="0" i="0" kern="1200" spc="0" smtClean="0">
                          <a:solidFill>
                            <a:srgbClr val="20252B"/>
                          </a:solidFill>
                          <a:latin typeface="Cambria Math" panose="02040503050406030204" pitchFamily="18" charset="0"/>
                          <a:ea typeface="TimesNewRomanPSMT"/>
                          <a:cs typeface="TimesNewRomanPSMT"/>
                        </a:rPr>
                        <m:t>Δ</m:t>
                      </m:r>
                      <m:r>
                        <a:rPr lang="en-US" sz="2040" b="1" i="1" kern="1200" spc="0" smtClean="0">
                          <a:solidFill>
                            <a:srgbClr val="20252B"/>
                          </a:solidFill>
                          <a:latin typeface="Cambria Math" panose="02040503050406030204" pitchFamily="18" charset="0"/>
                          <a:ea typeface="TimesNewRomanPSMT"/>
                          <a:cs typeface="TimesNewRomanPSMT"/>
                        </a:rPr>
                        <m:t>𝒆</m:t>
                      </m:r>
                      <m:r>
                        <a:rPr lang="en-US" sz="2040" b="0" i="1" kern="1200" spc="0" smtClean="0">
                          <a:solidFill>
                            <a:srgbClr val="20252B"/>
                          </a:solidFill>
                          <a:latin typeface="Cambria Math" panose="02040503050406030204" pitchFamily="18" charset="0"/>
                          <a:ea typeface="TimesNewRomanPSMT"/>
                          <a:cs typeface="TimesNewRomanPSMT"/>
                        </a:rPr>
                        <m:t> </m:t>
                      </m:r>
                    </m:oMath>
                  </a14:m>
                  <a:r>
                    <a:rPr lang="en-US" sz="2040" b="0" i="0" kern="1200" spc="0" dirty="0">
                      <a:solidFill>
                        <a:srgbClr val="20252B"/>
                      </a:solidFill>
                      <a:latin typeface="TimesNewRomanPSMT"/>
                      <a:ea typeface="TimesNewRomanPSMT"/>
                      <a:cs typeface="TimesNewRomanPSMT"/>
                    </a:rPr>
                    <a:t> </a:t>
                  </a:r>
                  <a14:m>
                    <m:oMath>
                      <m:r>
                        <a:rPr lang="en-US" sz="2040" b="0" i="0" smtClean="0">
                          <a:solidFill>
                            <a:srgbClr val="20252B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×</m:t>
                      </m:r>
                    </m:oMath>
                  </a14:m>
                  <a:r>
                    <a:rPr lang="en-US" sz="2040" b="0" i="0" kern="1200" spc="0" dirty="0">
                      <a:solidFill>
                        <a:srgbClr val="20252B"/>
                      </a:solidFill>
                      <a:latin typeface="TimesNewRomanPSMT"/>
                      <a:ea typeface="TimesNewRomanPSMT"/>
                      <a:cs typeface="TimesNewRomanPSMT"/>
                    </a:rPr>
                    <a:t> slope </a:t>
                  </a:r>
                  <a14:m>
                    <m:oMath>
                      <m:sSub>
                        <m:sSubPr>
                          <m:ctrlPr>
                            <a:rPr lang="en-US" sz="2040" b="1" i="1" kern="1200" spc="0" smtClean="0">
                              <a:solidFill>
                                <a:srgbClr val="20252B"/>
                              </a:solidFill>
                              <a:latin typeface="Cambria Math" panose="02040503050406030204" pitchFamily="18" charset="0"/>
                              <a:ea typeface="TimesNewRomanPSMT"/>
                              <a:cs typeface="TimesNewRomanPSMT"/>
                            </a:rPr>
                          </m:ctrlPr>
                        </m:sSubPr>
                        <m:e>
                          <m:r>
                            <a:rPr lang="en-US" sz="2040" b="1" i="1" kern="1200" spc="0" smtClean="0">
                              <a:solidFill>
                                <a:srgbClr val="20252B"/>
                              </a:solidFill>
                              <a:latin typeface="Cambria Math" panose="02040503050406030204" pitchFamily="18" charset="0"/>
                              <a:ea typeface="TimesNewRomanPSMT"/>
                              <a:cs typeface="TimesNewRomanPSMT"/>
                            </a:rPr>
                            <m:t>𝒎</m:t>
                          </m:r>
                        </m:e>
                        <m:sub>
                          <m:r>
                            <a:rPr lang="en-US" sz="2040" b="1" i="1" kern="1200" spc="0" smtClean="0">
                              <a:solidFill>
                                <a:srgbClr val="20252B"/>
                              </a:solidFill>
                              <a:latin typeface="Cambria Math" panose="02040503050406030204" pitchFamily="18" charset="0"/>
                              <a:ea typeface="TimesNewRomanPSMT"/>
                              <a:cs typeface="TimesNewRomanPSMT"/>
                            </a:rPr>
                            <m:t>𝒆</m:t>
                          </m:r>
                        </m:sub>
                      </m:sSub>
                    </m:oMath>
                  </a14:m>
                  <a:r>
                    <a:rPr lang="en-US" sz="2040" dirty="0">
                      <a:solidFill>
                        <a:srgbClr val="20252B"/>
                      </a:solidFill>
                      <a:latin typeface="TimesNewRomanPSMT"/>
                      <a:ea typeface="TimesNewRomanPSMT"/>
                      <a:cs typeface="TimesNewRomanPSMT"/>
                    </a:rPr>
                    <a:t> </a:t>
                  </a:r>
                  <a14:m>
                    <m:oMath>
                      <m:r>
                        <a:rPr lang="en-US" sz="2040" b="0" i="1" smtClean="0">
                          <a:solidFill>
                            <a:srgbClr val="20252B"/>
                          </a:solidFill>
                          <a:latin typeface="Cambria Math" panose="02040503050406030204" pitchFamily="18" charset="0"/>
                          <a:ea typeface="TimesNewRomanPSMT"/>
                          <a:cs typeface="TimesNewRomanPSMT"/>
                        </a:rPr>
                        <m:t>=</m:t>
                      </m:r>
                    </m:oMath>
                  </a14:m>
                  <a:r>
                    <a:rPr lang="en-US" sz="2040" b="0" i="0" kern="1200" spc="0" dirty="0">
                      <a:solidFill>
                        <a:srgbClr val="20252B"/>
                      </a:solidFill>
                      <a:latin typeface="TimesNewRomanPSMT"/>
                      <a:ea typeface="TimesNewRomanPSMT"/>
                      <a:cs typeface="TimesNewRomanPSMT"/>
                    </a:rPr>
                    <a:t> Displacement </a:t>
                  </a:r>
                  <a14:m>
                    <m:oMath>
                      <m:r>
                        <m:rPr>
                          <m:sty m:val="p"/>
                        </m:rPr>
                        <a:rPr lang="en-US" sz="2040" b="0" i="0" kern="1200" spc="0" smtClean="0">
                          <a:solidFill>
                            <a:srgbClr val="20252B"/>
                          </a:solidFill>
                          <a:latin typeface="Cambria Math" panose="02040503050406030204" pitchFamily="18" charset="0"/>
                          <a:ea typeface="TimesNewRomanPSMT"/>
                          <a:cs typeface="TimesNewRomanPSMT"/>
                        </a:rPr>
                        <m:t>Δ</m:t>
                      </m:r>
                      <m:r>
                        <a:rPr lang="en-US" sz="2040" b="0" i="1" kern="1200" spc="0" smtClean="0">
                          <a:solidFill>
                            <a:srgbClr val="20252B"/>
                          </a:solidFill>
                          <a:latin typeface="Cambria Math" panose="02040503050406030204" pitchFamily="18" charset="0"/>
                          <a:ea typeface="TimesNewRomanPSMT"/>
                          <a:cs typeface="TimesNewRomanPSMT"/>
                        </a:rPr>
                        <m:t>𝐹</m:t>
                      </m:r>
                    </m:oMath>
                  </a14:m>
                  <a:endParaRPr lang="en-US" sz="2040" b="0" i="0" kern="1200" spc="0" dirty="0">
                    <a:solidFill>
                      <a:srgbClr val="20252B"/>
                    </a:solidFill>
                    <a:latin typeface="TimesNewRomanPSMT"/>
                    <a:ea typeface="TimesNewRomanPSMT"/>
                    <a:cs typeface="TimesNewRomanPSMT"/>
                  </a:endParaRPr>
                </a:p>
              </p:txBody>
            </p:sp>
          </mc:Choice>
          <mc:Fallback>
            <p:sp>
              <p:nvSpPr>
                <p:cNvPr id="20065" name="Displacement times slope equals displacement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522" y="5208365"/>
                  <a:ext cx="4729647" cy="709553"/>
                </a:xfrm>
                <a:prstGeom prst="rect">
                  <a:avLst/>
                </a:prstGeom>
                <a:blipFill>
                  <a:blip r:embed="rId7"/>
                  <a:stretch>
                    <a:fillRect l="-2973" t="-10256" r="-4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025" name="Token score  A=⟨m,Δe⟩ieii"/>
          <p:cNvGrpSpPr/>
          <p:nvPr/>
        </p:nvGrpSpPr>
        <p:grpSpPr>
          <a:xfrm>
            <a:off x="1483888" y="5013547"/>
            <a:ext cx="3520091" cy="490358"/>
            <a:chOff x="1262611" y="5513800"/>
            <a:chExt cx="3249607" cy="490358"/>
          </a:xfrm>
        </p:grpSpPr>
        <mc:AlternateContent>
          <mc:Choice Requires="a14">
            <p:sp>
              <p:nvSpPr>
                <p:cNvPr id="20056" name="Token score A_i"/>
                <p:cNvSpPr txBox="1"/>
                <p:nvPr/>
              </p:nvSpPr>
              <p:spPr>
                <a:xfrm>
                  <a:off x="1262611" y="5513800"/>
                  <a:ext cx="3503607" cy="79867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>
                    <a:defRPr lang="en-US" sz="2300" b="0" i="0" kern="1200" spc="0" dirty="0">
                      <a:solidFill>
                        <a:srgbClr val="20252B"/>
                      </a:solidFill>
                      <a:latin typeface="TimesNewRomanPSMT"/>
                      <a:ea typeface="TimesNewRomanPSMT"/>
                      <a:cs typeface="TimesNewRomanPSMT"/>
                    </a:defRPr>
                  </a:pPr>
                  <a:r>
                    <a:rPr lang="en-US" sz="2300" b="0" i="0" kern="1200" spc="0" dirty="0">
                      <a:solidFill>
                        <a:srgbClr val="20252B"/>
                      </a:solidFill>
                      <a:latin typeface="TimesNewRomanPSMT"/>
                      <a:ea typeface="TimesNewRomanPSMT"/>
                      <a:cs typeface="TimesNewRomanPSMT"/>
                    </a:rPr>
                    <a:t>Token score </a:t>
                  </a:r>
                  <a14:m>
                    <m:oMath>
                      <m:sSub>
                        <m:sSubPr>
                          <m:ctrlPr>
                            <a:rPr lang="en-US" sz="2300" b="0" i="1" smtClean="0">
                              <a:solidFill>
                                <a:srgbClr val="20252B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solidFill>
                                <a:srgbClr val="20252B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2300" b="0" i="1" smtClean="0">
                              <a:solidFill>
                                <a:srgbClr val="20252B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sz="2300" b="0" i="0" smtClean="0">
                          <a:solidFill>
                            <a:srgbClr val="20252B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=⟨</m:t>
                      </m:r>
                      <m:sSub>
                        <m:sSubPr>
                          <m:ctrlPr>
                            <a:rPr lang="en-US" sz="2300" b="0" i="1" smtClean="0">
                              <a:solidFill>
                                <a:srgbClr val="20252B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solidFill>
                                <a:srgbClr val="20252B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2300" b="0" i="1" smtClean="0">
                                  <a:solidFill>
                                    <a:srgbClr val="20252B"/>
                                  </a:solidFill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300" b="0" i="1" smtClean="0">
                                  <a:solidFill>
                                    <a:srgbClr val="20252B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300" b="0" i="1" smtClean="0">
                                  <a:solidFill>
                                    <a:srgbClr val="20252B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sz="2300" b="0" i="0" smtClean="0">
                          <a:solidFill>
                            <a:srgbClr val="20252B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300" b="0" i="0" smtClean="0">
                          <a:solidFill>
                            <a:srgbClr val="20252B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Δ</m:t>
                      </m:r>
                      <m:sSub>
                        <m:sSubPr>
                          <m:ctrlPr>
                            <a:rPr lang="en-US" sz="2300" b="0" i="1" smtClean="0">
                              <a:solidFill>
                                <a:srgbClr val="20252B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solidFill>
                                <a:srgbClr val="20252B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𝑒</m:t>
                          </m:r>
                        </m:e>
                        <m:sub>
                          <m:r>
                            <a:rPr lang="en-US" sz="2300" b="0" i="1" smtClean="0">
                              <a:solidFill>
                                <a:srgbClr val="20252B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sz="2300" b="0" i="0" smtClean="0">
                          <a:solidFill>
                            <a:srgbClr val="20252B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⟩</m:t>
                      </m:r>
                    </m:oMath>
                  </a14:m>
                  <a:endParaRPr lang="en-US" sz="2300" b="0" i="0" kern="1200" spc="0" dirty="0">
                    <a:solidFill>
                      <a:srgbClr val="20252B"/>
                    </a:solidFill>
                    <a:latin typeface="TimesNewRomanPSMT"/>
                    <a:ea typeface="TimesNewRomanPSMT"/>
                    <a:cs typeface="TimesNewRomanPSMT"/>
                  </a:endParaRPr>
                </a:p>
              </p:txBody>
            </p:sp>
          </mc:Choice>
          <mc:Fallback>
            <p:sp>
              <p:nvSpPr>
                <p:cNvPr id="20056" name="Token score A_i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2611" y="5513800"/>
                  <a:ext cx="3503607" cy="798676"/>
                </a:xfrm>
                <a:prstGeom prst="rect">
                  <a:avLst/>
                </a:prstGeom>
                <a:blipFill>
                  <a:blip r:embed="rId8"/>
                  <a:stretch>
                    <a:fillRect l="-4655" t="-122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3" name="F1_0042_patch_34">
            <a:extLst>
              <a:ext uri="{FF2B5EF4-FFF2-40B4-BE49-F238E27FC236}">
                <a16:creationId id="{E3953975-90A5-4BC8-B452-D09BDC376BD4}"/>
              </a:ext>
            </a:extLst>
          </p:cNvPr>
          <p:cNvSpPr>
            <a:spLocks/>
          </p:cNvSpPr>
          <p:nvPr/>
        </p:nvSpPr>
        <p:spPr>
          <a:xfrm>
            <a:off x="6153316" y="127000"/>
            <a:ext cx="6597484" cy="5740400"/>
          </a:xfrm>
          <a:custGeom>
            <a:avLst/>
            <a:gdLst/>
            <a:ahLst/>
            <a:cxnLst/>
            <a:rect l="0" t="0" r="6934200" b="5740400"/>
            <a:pathLst>
              <a:path w="6934200" h="5740400">
                <a:moveTo>
                  <a:pt x="45720" y="0"/>
                </a:moveTo>
                <a:lnTo>
                  <a:pt x="6888480" y="0"/>
                </a:lnTo>
                <a:quadBezTo>
                  <a:pt x="6934200" y="0"/>
                  <a:pt x="6934200" y="45720"/>
                </a:quadBezTo>
                <a:lnTo>
                  <a:pt x="6934200" y="5694680"/>
                </a:lnTo>
                <a:quadBezTo>
                  <a:pt x="6934200" y="5740400"/>
                  <a:pt x="6888480" y="5740400"/>
                </a:quadBezTo>
                <a:lnTo>
                  <a:pt x="45720" y="5740400"/>
                </a:lnTo>
                <a:quadBezTo>
                  <a:pt x="0" y="5740400"/>
                  <a:pt x="0" y="5694680"/>
                </a:quadBezTo>
                <a:lnTo>
                  <a:pt x="0" y="45720"/>
                </a:lnTo>
                <a:quadBezTo>
                  <a:pt x="0" y="0"/>
                  <a:pt x="45720" y="0"/>
                </a:quadBezTo>
                <a:close/>
              </a:path>
            </a:pathLst>
          </a:custGeom>
          <a:solidFill>
            <a:srgbClr val="FCFDFF"/>
          </a:solidFill>
          <a:ln w="11430" cap="flat">
            <a:solidFill>
              <a:srgbClr val="B9C8D3"/>
            </a:solidFill>
            <a:miter/>
          </a:ln>
        </p:spPr>
      </p:sp>
      <p:cxnSp>
        <p:nvCxnSpPr>
          <p:cNvPr id="20003" name="Arrow patch_35" descr="Native PowerPoint arrow connector"/>
          <p:cNvCxnSpPr/>
          <p:nvPr/>
        </p:nvCxnSpPr>
        <p:spPr>
          <a:xfrm>
            <a:off x="10875103" y="417079"/>
            <a:ext cx="283169" cy="0"/>
          </a:xfrm>
          <a:prstGeom prst="line">
            <a:avLst/>
          </a:prstGeom>
          <a:ln w="17780" cap="rnd">
            <a:solidFill>
              <a:srgbClr val="657581"/>
            </a:solidFill>
            <a:round/>
            <a:headEnd type="none"/>
            <a:tailEnd type="triangle" w="med" len="med"/>
          </a:ln>
        </p:spPr>
      </p:cxnSp>
      <p:cxnSp>
        <p:nvCxnSpPr>
          <p:cNvPr id="20004" name="Arrow patch_36" descr="Native PowerPoint arrow connector"/>
          <p:cNvCxnSpPr/>
          <p:nvPr/>
        </p:nvCxnSpPr>
        <p:spPr>
          <a:xfrm flipH="1">
            <a:off x="10871583" y="794590"/>
            <a:ext cx="254802" cy="0"/>
          </a:xfrm>
          <a:prstGeom prst="line">
            <a:avLst/>
          </a:prstGeom>
          <a:ln w="17780" cap="rnd">
            <a:solidFill>
              <a:srgbClr val="67448F"/>
            </a:solidFill>
            <a:round/>
            <a:headEnd type="none"/>
            <a:tailEnd type="triangle" w="med" len="med"/>
          </a:ln>
        </p:spPr>
      </p:cxnSp>
      <p:sp>
        <p:nvSpPr>
          <p:cNvPr id="48" name="F1_0047_patch_37">
            <a:extLst>
              <a:ext uri="{FF2B5EF4-FFF2-40B4-BE49-F238E27FC236}">
                <a16:creationId id="{B5410729-AB4D-41AC-ACAD-023D650067AA}"/>
              </a:ext>
            </a:extLst>
          </p:cNvPr>
          <p:cNvSpPr>
            <a:spLocks/>
          </p:cNvSpPr>
          <p:nvPr/>
        </p:nvSpPr>
        <p:spPr>
          <a:xfrm>
            <a:off x="7119981" y="1371600"/>
            <a:ext cx="106333" cy="111760"/>
          </a:xfrm>
          <a:custGeom>
            <a:avLst/>
            <a:gdLst/>
            <a:ahLst/>
            <a:cxnLst/>
            <a:rect l="0" t="0" r="111759" b="111759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C7B38E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49" name="F1_0048_patch_38">
            <a:extLst>
              <a:ext uri="{FF2B5EF4-FFF2-40B4-BE49-F238E27FC236}">
                <a16:creationId id="{005632C2-E820-4877-BA92-FEDAA1D01342}"/>
              </a:ext>
            </a:extLst>
          </p:cNvPr>
          <p:cNvSpPr>
            <a:spLocks/>
          </p:cNvSpPr>
          <p:nvPr/>
        </p:nvSpPr>
        <p:spPr>
          <a:xfrm>
            <a:off x="7240814" y="1371600"/>
            <a:ext cx="106333" cy="111760"/>
          </a:xfrm>
          <a:custGeom>
            <a:avLst/>
            <a:gdLst/>
            <a:ahLst/>
            <a:cxnLst/>
            <a:rect l="0" t="0" r="111759" b="111759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C7B38E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50" name="F1_0049_patch_39">
            <a:extLst>
              <a:ext uri="{FF2B5EF4-FFF2-40B4-BE49-F238E27FC236}">
                <a16:creationId id="{6807DEF6-0346-4A4E-B08E-D33F034BA45A}"/>
              </a:ext>
            </a:extLst>
          </p:cNvPr>
          <p:cNvSpPr>
            <a:spLocks/>
          </p:cNvSpPr>
          <p:nvPr/>
        </p:nvSpPr>
        <p:spPr>
          <a:xfrm>
            <a:off x="7361647" y="1371600"/>
            <a:ext cx="106333" cy="111760"/>
          </a:xfrm>
          <a:custGeom>
            <a:avLst/>
            <a:gdLst/>
            <a:ahLst/>
            <a:cxnLst/>
            <a:rect l="0" t="0" r="111759" b="111759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C7B38E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51" name="F1_0050_patch_40">
            <a:extLst>
              <a:ext uri="{FF2B5EF4-FFF2-40B4-BE49-F238E27FC236}">
                <a16:creationId id="{501FA254-2E65-4818-B47D-9B64FD98807B}"/>
              </a:ext>
            </a:extLst>
          </p:cNvPr>
          <p:cNvSpPr>
            <a:spLocks/>
          </p:cNvSpPr>
          <p:nvPr/>
        </p:nvSpPr>
        <p:spPr>
          <a:xfrm>
            <a:off x="7482480" y="1371600"/>
            <a:ext cx="106333" cy="111760"/>
          </a:xfrm>
          <a:custGeom>
            <a:avLst/>
            <a:gdLst/>
            <a:ahLst/>
            <a:cxnLst/>
            <a:rect l="0" t="0" r="111759" b="111759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C7B38E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52" name="F1_0051_patch_41">
            <a:extLst>
              <a:ext uri="{FF2B5EF4-FFF2-40B4-BE49-F238E27FC236}">
                <a16:creationId id="{D853FBE2-5A78-4AC2-B8B2-6182C4961589}"/>
              </a:ext>
            </a:extLst>
          </p:cNvPr>
          <p:cNvSpPr>
            <a:spLocks/>
          </p:cNvSpPr>
          <p:nvPr/>
        </p:nvSpPr>
        <p:spPr>
          <a:xfrm>
            <a:off x="7119981" y="1498600"/>
            <a:ext cx="106333" cy="111760"/>
          </a:xfrm>
          <a:custGeom>
            <a:avLst/>
            <a:gdLst/>
            <a:ahLst/>
            <a:cxnLst/>
            <a:rect l="0" t="0" r="111759" b="111759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C7B38E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53" name="F1_0052_patch_42">
            <a:extLst>
              <a:ext uri="{FF2B5EF4-FFF2-40B4-BE49-F238E27FC236}">
                <a16:creationId id="{C66AE558-9611-4394-BD91-7CA415ED3096}"/>
              </a:ext>
            </a:extLst>
          </p:cNvPr>
          <p:cNvSpPr>
            <a:spLocks/>
          </p:cNvSpPr>
          <p:nvPr/>
        </p:nvSpPr>
        <p:spPr>
          <a:xfrm>
            <a:off x="7240814" y="1498600"/>
            <a:ext cx="106333" cy="111760"/>
          </a:xfrm>
          <a:custGeom>
            <a:avLst/>
            <a:gdLst/>
            <a:ahLst/>
            <a:cxnLst/>
            <a:rect l="0" t="0" r="111759" b="111759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C7B38E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54" name="F1_0053_patch_43">
            <a:extLst>
              <a:ext uri="{FF2B5EF4-FFF2-40B4-BE49-F238E27FC236}">
                <a16:creationId id="{985A3274-7CD2-4027-8206-3D0A54744C55}"/>
              </a:ext>
            </a:extLst>
          </p:cNvPr>
          <p:cNvSpPr>
            <a:spLocks/>
          </p:cNvSpPr>
          <p:nvPr/>
        </p:nvSpPr>
        <p:spPr>
          <a:xfrm>
            <a:off x="7361647" y="1498600"/>
            <a:ext cx="106333" cy="111760"/>
          </a:xfrm>
          <a:custGeom>
            <a:avLst/>
            <a:gdLst/>
            <a:ahLst/>
            <a:cxnLst/>
            <a:rect l="0" t="0" r="111759" b="111759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C7B38E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55" name="F1_0054_patch_44">
            <a:extLst>
              <a:ext uri="{FF2B5EF4-FFF2-40B4-BE49-F238E27FC236}">
                <a16:creationId id="{AD0838EF-A43A-4D1E-869A-A5A0FC8C0CB8}"/>
              </a:ext>
            </a:extLst>
          </p:cNvPr>
          <p:cNvSpPr>
            <a:spLocks/>
          </p:cNvSpPr>
          <p:nvPr/>
        </p:nvSpPr>
        <p:spPr>
          <a:xfrm>
            <a:off x="7482480" y="1498600"/>
            <a:ext cx="106333" cy="111760"/>
          </a:xfrm>
          <a:custGeom>
            <a:avLst/>
            <a:gdLst/>
            <a:ahLst/>
            <a:cxnLst/>
            <a:rect l="0" t="0" r="111759" b="111759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C7B38E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56" name="F1_0055_patch_45">
            <a:extLst>
              <a:ext uri="{FF2B5EF4-FFF2-40B4-BE49-F238E27FC236}">
                <a16:creationId id="{BC33FAA2-C1AF-4D5D-8B6A-608356A7E8A3}"/>
              </a:ext>
            </a:extLst>
          </p:cNvPr>
          <p:cNvSpPr>
            <a:spLocks/>
          </p:cNvSpPr>
          <p:nvPr/>
        </p:nvSpPr>
        <p:spPr>
          <a:xfrm>
            <a:off x="7119981" y="1625600"/>
            <a:ext cx="106333" cy="111760"/>
          </a:xfrm>
          <a:custGeom>
            <a:avLst/>
            <a:gdLst/>
            <a:ahLst/>
            <a:cxnLst/>
            <a:rect l="0" t="0" r="111759" b="111760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C7B38E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57" name="F1_0056_patch_46">
            <a:extLst>
              <a:ext uri="{FF2B5EF4-FFF2-40B4-BE49-F238E27FC236}">
                <a16:creationId id="{FB5717DA-DD5D-4401-8C07-1981F8E7F057}"/>
              </a:ext>
            </a:extLst>
          </p:cNvPr>
          <p:cNvSpPr>
            <a:spLocks/>
          </p:cNvSpPr>
          <p:nvPr/>
        </p:nvSpPr>
        <p:spPr>
          <a:xfrm>
            <a:off x="7240814" y="1625600"/>
            <a:ext cx="106333" cy="111760"/>
          </a:xfrm>
          <a:custGeom>
            <a:avLst/>
            <a:gdLst/>
            <a:ahLst/>
            <a:cxnLst/>
            <a:rect l="0" t="0" r="111759" b="111760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C7B38E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58" name="F1_0057_patch_47">
            <a:extLst>
              <a:ext uri="{FF2B5EF4-FFF2-40B4-BE49-F238E27FC236}">
                <a16:creationId id="{40226446-9CE4-41DC-882A-8D242E7218CA}"/>
              </a:ext>
            </a:extLst>
          </p:cNvPr>
          <p:cNvSpPr>
            <a:spLocks/>
          </p:cNvSpPr>
          <p:nvPr/>
        </p:nvSpPr>
        <p:spPr>
          <a:xfrm>
            <a:off x="7361647" y="1625600"/>
            <a:ext cx="106333" cy="111760"/>
          </a:xfrm>
          <a:custGeom>
            <a:avLst/>
            <a:gdLst/>
            <a:ahLst/>
            <a:cxnLst/>
            <a:rect l="0" t="0" r="111759" b="111760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C7B38E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59" name="F1_0058_patch_48">
            <a:extLst>
              <a:ext uri="{FF2B5EF4-FFF2-40B4-BE49-F238E27FC236}">
                <a16:creationId id="{F6ECFFF0-FE28-4BB3-9942-696A48C5B2E8}"/>
              </a:ext>
            </a:extLst>
          </p:cNvPr>
          <p:cNvSpPr>
            <a:spLocks/>
          </p:cNvSpPr>
          <p:nvPr/>
        </p:nvSpPr>
        <p:spPr>
          <a:xfrm>
            <a:off x="7482480" y="1625600"/>
            <a:ext cx="106333" cy="111760"/>
          </a:xfrm>
          <a:custGeom>
            <a:avLst/>
            <a:gdLst/>
            <a:ahLst/>
            <a:cxnLst/>
            <a:rect l="0" t="0" r="111759" b="111760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C7B38E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60" name="F1_0059_patch_49">
            <a:extLst>
              <a:ext uri="{FF2B5EF4-FFF2-40B4-BE49-F238E27FC236}">
                <a16:creationId id="{0233E531-D3FE-42DF-9B14-7F21728A8514}"/>
              </a:ext>
            </a:extLst>
          </p:cNvPr>
          <p:cNvSpPr>
            <a:spLocks/>
          </p:cNvSpPr>
          <p:nvPr/>
        </p:nvSpPr>
        <p:spPr>
          <a:xfrm>
            <a:off x="7119981" y="1752600"/>
            <a:ext cx="106333" cy="111760"/>
          </a:xfrm>
          <a:custGeom>
            <a:avLst/>
            <a:gdLst/>
            <a:ahLst/>
            <a:cxnLst/>
            <a:rect l="0" t="0" r="111759" b="111760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C7B38E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61" name="F1_0060_patch_50">
            <a:extLst>
              <a:ext uri="{FF2B5EF4-FFF2-40B4-BE49-F238E27FC236}">
                <a16:creationId id="{28F99A6B-C922-4391-B899-C5DB42C58ABE}"/>
              </a:ext>
            </a:extLst>
          </p:cNvPr>
          <p:cNvSpPr>
            <a:spLocks/>
          </p:cNvSpPr>
          <p:nvPr/>
        </p:nvSpPr>
        <p:spPr>
          <a:xfrm>
            <a:off x="7240814" y="1752600"/>
            <a:ext cx="106333" cy="111760"/>
          </a:xfrm>
          <a:custGeom>
            <a:avLst/>
            <a:gdLst/>
            <a:ahLst/>
            <a:cxnLst/>
            <a:rect l="0" t="0" r="111759" b="111760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C7B38E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62" name="F1_0061_patch_51">
            <a:extLst>
              <a:ext uri="{FF2B5EF4-FFF2-40B4-BE49-F238E27FC236}">
                <a16:creationId id="{22A97234-319E-4F8F-9491-39EBBD80804A}"/>
              </a:ext>
            </a:extLst>
          </p:cNvPr>
          <p:cNvSpPr>
            <a:spLocks/>
          </p:cNvSpPr>
          <p:nvPr/>
        </p:nvSpPr>
        <p:spPr>
          <a:xfrm>
            <a:off x="7361647" y="1752600"/>
            <a:ext cx="106333" cy="111760"/>
          </a:xfrm>
          <a:custGeom>
            <a:avLst/>
            <a:gdLst/>
            <a:ahLst/>
            <a:cxnLst/>
            <a:rect l="0" t="0" r="111759" b="111760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C7B38E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63" name="F1_0062_patch_52">
            <a:extLst>
              <a:ext uri="{FF2B5EF4-FFF2-40B4-BE49-F238E27FC236}">
                <a16:creationId id="{8C2DC2BE-3B7B-4163-B7DD-D2E0F728F147}"/>
              </a:ext>
            </a:extLst>
          </p:cNvPr>
          <p:cNvSpPr>
            <a:spLocks/>
          </p:cNvSpPr>
          <p:nvPr/>
        </p:nvSpPr>
        <p:spPr>
          <a:xfrm>
            <a:off x="7482480" y="1752600"/>
            <a:ext cx="106333" cy="111760"/>
          </a:xfrm>
          <a:custGeom>
            <a:avLst/>
            <a:gdLst/>
            <a:ahLst/>
            <a:cxnLst/>
            <a:rect l="0" t="0" r="111759" b="111760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C7B38E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64" name="F1_0063_patch_53">
            <a:extLst>
              <a:ext uri="{FF2B5EF4-FFF2-40B4-BE49-F238E27FC236}">
                <a16:creationId id="{56CF1ADC-15ED-45FA-AB83-94D4CA361F91}"/>
              </a:ext>
            </a:extLst>
          </p:cNvPr>
          <p:cNvSpPr>
            <a:spLocks/>
          </p:cNvSpPr>
          <p:nvPr/>
        </p:nvSpPr>
        <p:spPr>
          <a:xfrm>
            <a:off x="9367475" y="1371600"/>
            <a:ext cx="106333" cy="111760"/>
          </a:xfrm>
          <a:custGeom>
            <a:avLst/>
            <a:gdLst/>
            <a:ahLst/>
            <a:cxnLst/>
            <a:rect l="0" t="0" r="111759" b="111759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8DACCE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65" name="F1_0064_patch_54">
            <a:extLst>
              <a:ext uri="{FF2B5EF4-FFF2-40B4-BE49-F238E27FC236}">
                <a16:creationId id="{EA7C7F7F-0ED2-456A-B13B-24A12D7284DF}"/>
              </a:ext>
            </a:extLst>
          </p:cNvPr>
          <p:cNvSpPr>
            <a:spLocks/>
          </p:cNvSpPr>
          <p:nvPr/>
        </p:nvSpPr>
        <p:spPr>
          <a:xfrm>
            <a:off x="9488308" y="1371600"/>
            <a:ext cx="106333" cy="111760"/>
          </a:xfrm>
          <a:custGeom>
            <a:avLst/>
            <a:gdLst/>
            <a:ahLst/>
            <a:cxnLst/>
            <a:rect l="0" t="0" r="111759" b="111759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8DACCE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66" name="F1_0065_patch_55">
            <a:extLst>
              <a:ext uri="{FF2B5EF4-FFF2-40B4-BE49-F238E27FC236}">
                <a16:creationId id="{CA160572-45F9-482B-AFEA-6BFAAA00EA43}"/>
              </a:ext>
            </a:extLst>
          </p:cNvPr>
          <p:cNvSpPr>
            <a:spLocks/>
          </p:cNvSpPr>
          <p:nvPr/>
        </p:nvSpPr>
        <p:spPr>
          <a:xfrm>
            <a:off x="9367475" y="1498600"/>
            <a:ext cx="106333" cy="111760"/>
          </a:xfrm>
          <a:custGeom>
            <a:avLst/>
            <a:gdLst/>
            <a:ahLst/>
            <a:cxnLst/>
            <a:rect l="0" t="0" r="111759" b="111759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8DACCE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67" name="F1_0066_patch_56">
            <a:extLst>
              <a:ext uri="{FF2B5EF4-FFF2-40B4-BE49-F238E27FC236}">
                <a16:creationId id="{206D9FCE-6140-4E87-9200-4BAE97694225}"/>
              </a:ext>
            </a:extLst>
          </p:cNvPr>
          <p:cNvSpPr>
            <a:spLocks/>
          </p:cNvSpPr>
          <p:nvPr/>
        </p:nvSpPr>
        <p:spPr>
          <a:xfrm>
            <a:off x="9488308" y="1498600"/>
            <a:ext cx="106333" cy="111760"/>
          </a:xfrm>
          <a:custGeom>
            <a:avLst/>
            <a:gdLst/>
            <a:ahLst/>
            <a:cxnLst/>
            <a:rect l="0" t="0" r="111759" b="111759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8DACCE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68" name="F1_0067_patch_57">
            <a:extLst>
              <a:ext uri="{FF2B5EF4-FFF2-40B4-BE49-F238E27FC236}">
                <a16:creationId id="{397270FF-6159-4C98-A7D9-EE75B56DDC07}"/>
              </a:ext>
            </a:extLst>
          </p:cNvPr>
          <p:cNvSpPr>
            <a:spLocks/>
          </p:cNvSpPr>
          <p:nvPr/>
        </p:nvSpPr>
        <p:spPr>
          <a:xfrm>
            <a:off x="9367475" y="1625600"/>
            <a:ext cx="106333" cy="111760"/>
          </a:xfrm>
          <a:custGeom>
            <a:avLst/>
            <a:gdLst/>
            <a:ahLst/>
            <a:cxnLst/>
            <a:rect l="0" t="0" r="111759" b="111760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8DACCE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69" name="F1_0068_patch_58">
            <a:extLst>
              <a:ext uri="{FF2B5EF4-FFF2-40B4-BE49-F238E27FC236}">
                <a16:creationId id="{BC26A676-4268-45FE-B811-6B80E4E876C6}"/>
              </a:ext>
            </a:extLst>
          </p:cNvPr>
          <p:cNvSpPr>
            <a:spLocks/>
          </p:cNvSpPr>
          <p:nvPr/>
        </p:nvSpPr>
        <p:spPr>
          <a:xfrm>
            <a:off x="9488308" y="1625600"/>
            <a:ext cx="106333" cy="111760"/>
          </a:xfrm>
          <a:custGeom>
            <a:avLst/>
            <a:gdLst/>
            <a:ahLst/>
            <a:cxnLst/>
            <a:rect l="0" t="0" r="111759" b="111760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8DACCE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70" name="F1_0069_patch_59">
            <a:extLst>
              <a:ext uri="{FF2B5EF4-FFF2-40B4-BE49-F238E27FC236}">
                <a16:creationId id="{49971B0E-DA0B-45DF-B4F4-196311B0CB11}"/>
              </a:ext>
            </a:extLst>
          </p:cNvPr>
          <p:cNvSpPr>
            <a:spLocks/>
          </p:cNvSpPr>
          <p:nvPr/>
        </p:nvSpPr>
        <p:spPr>
          <a:xfrm>
            <a:off x="9367475" y="1752600"/>
            <a:ext cx="106333" cy="111760"/>
          </a:xfrm>
          <a:custGeom>
            <a:avLst/>
            <a:gdLst/>
            <a:ahLst/>
            <a:cxnLst/>
            <a:rect l="0" t="0" r="111759" b="111760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8DACCE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71" name="F1_0070_patch_60">
            <a:extLst>
              <a:ext uri="{FF2B5EF4-FFF2-40B4-BE49-F238E27FC236}">
                <a16:creationId id="{DC9B080A-75A9-4719-B3BF-ED342C2E8440}"/>
              </a:ext>
            </a:extLst>
          </p:cNvPr>
          <p:cNvSpPr>
            <a:spLocks/>
          </p:cNvSpPr>
          <p:nvPr/>
        </p:nvSpPr>
        <p:spPr>
          <a:xfrm>
            <a:off x="9488308" y="1752600"/>
            <a:ext cx="106333" cy="111760"/>
          </a:xfrm>
          <a:custGeom>
            <a:avLst/>
            <a:gdLst/>
            <a:ahLst/>
            <a:cxnLst/>
            <a:rect l="0" t="0" r="111759" b="111760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8DACCE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72" name="F1_0071_patch_61">
            <a:extLst>
              <a:ext uri="{FF2B5EF4-FFF2-40B4-BE49-F238E27FC236}">
                <a16:creationId id="{C728D8AB-B261-4D89-B383-8810D940C3D3}"/>
              </a:ext>
            </a:extLst>
          </p:cNvPr>
          <p:cNvSpPr>
            <a:spLocks/>
          </p:cNvSpPr>
          <p:nvPr/>
        </p:nvSpPr>
        <p:spPr>
          <a:xfrm>
            <a:off x="11747886" y="1371600"/>
            <a:ext cx="106333" cy="111760"/>
          </a:xfrm>
          <a:custGeom>
            <a:avLst/>
            <a:gdLst/>
            <a:ahLst/>
            <a:cxnLst/>
            <a:rect l="0" t="0" r="111759" b="111759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A9B9C5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73" name="F1_0072_patch_62">
            <a:extLst>
              <a:ext uri="{FF2B5EF4-FFF2-40B4-BE49-F238E27FC236}">
                <a16:creationId id="{32EAB0BA-C511-4C94-ADCB-F9D1EE038554}"/>
              </a:ext>
            </a:extLst>
          </p:cNvPr>
          <p:cNvSpPr>
            <a:spLocks/>
          </p:cNvSpPr>
          <p:nvPr/>
        </p:nvSpPr>
        <p:spPr>
          <a:xfrm>
            <a:off x="11868719" y="1371600"/>
            <a:ext cx="106333" cy="111760"/>
          </a:xfrm>
          <a:custGeom>
            <a:avLst/>
            <a:gdLst/>
            <a:ahLst/>
            <a:cxnLst/>
            <a:rect l="0" t="0" r="111759" b="111759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A9B9C5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74" name="F1_0073_patch_63">
            <a:extLst>
              <a:ext uri="{FF2B5EF4-FFF2-40B4-BE49-F238E27FC236}">
                <a16:creationId id="{E34E3438-B761-4A25-96E6-D4975A1E4889}"/>
              </a:ext>
            </a:extLst>
          </p:cNvPr>
          <p:cNvSpPr>
            <a:spLocks/>
          </p:cNvSpPr>
          <p:nvPr/>
        </p:nvSpPr>
        <p:spPr>
          <a:xfrm>
            <a:off x="11747886" y="1498600"/>
            <a:ext cx="106333" cy="111760"/>
          </a:xfrm>
          <a:custGeom>
            <a:avLst/>
            <a:gdLst/>
            <a:ahLst/>
            <a:cxnLst/>
            <a:rect l="0" t="0" r="111759" b="111759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A9B9C5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75" name="F1_0074_patch_64">
            <a:extLst>
              <a:ext uri="{FF2B5EF4-FFF2-40B4-BE49-F238E27FC236}">
                <a16:creationId id="{88CE8383-E66D-4EEB-B7AB-DE28F919F1F7}"/>
              </a:ext>
            </a:extLst>
          </p:cNvPr>
          <p:cNvSpPr>
            <a:spLocks/>
          </p:cNvSpPr>
          <p:nvPr/>
        </p:nvSpPr>
        <p:spPr>
          <a:xfrm>
            <a:off x="11868719" y="1498600"/>
            <a:ext cx="106333" cy="111760"/>
          </a:xfrm>
          <a:custGeom>
            <a:avLst/>
            <a:gdLst/>
            <a:ahLst/>
            <a:cxnLst/>
            <a:rect l="0" t="0" r="111759" b="111759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A9B9C5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76" name="F1_0075_patch_65">
            <a:extLst>
              <a:ext uri="{FF2B5EF4-FFF2-40B4-BE49-F238E27FC236}">
                <a16:creationId id="{9B1F8C57-11CF-4B46-A2EB-B2775CA691BD}"/>
              </a:ext>
            </a:extLst>
          </p:cNvPr>
          <p:cNvSpPr>
            <a:spLocks/>
          </p:cNvSpPr>
          <p:nvPr/>
        </p:nvSpPr>
        <p:spPr>
          <a:xfrm>
            <a:off x="11747886" y="1625600"/>
            <a:ext cx="106333" cy="111760"/>
          </a:xfrm>
          <a:custGeom>
            <a:avLst/>
            <a:gdLst/>
            <a:ahLst/>
            <a:cxnLst/>
            <a:rect l="0" t="0" r="111759" b="111760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A9B9C5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77" name="F1_0076_patch_66">
            <a:extLst>
              <a:ext uri="{FF2B5EF4-FFF2-40B4-BE49-F238E27FC236}">
                <a16:creationId id="{EF134169-84AB-40A1-95AE-5FA797446D44}"/>
              </a:ext>
            </a:extLst>
          </p:cNvPr>
          <p:cNvSpPr>
            <a:spLocks/>
          </p:cNvSpPr>
          <p:nvPr/>
        </p:nvSpPr>
        <p:spPr>
          <a:xfrm>
            <a:off x="11868719" y="1625600"/>
            <a:ext cx="106333" cy="111760"/>
          </a:xfrm>
          <a:custGeom>
            <a:avLst/>
            <a:gdLst/>
            <a:ahLst/>
            <a:cxnLst/>
            <a:rect l="0" t="0" r="111759" b="111760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A9B9C5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78" name="F1_0077_patch_67">
            <a:extLst>
              <a:ext uri="{FF2B5EF4-FFF2-40B4-BE49-F238E27FC236}">
                <a16:creationId id="{3D7A952C-F359-40E7-9E4B-FBA6C6F123F1}"/>
              </a:ext>
            </a:extLst>
          </p:cNvPr>
          <p:cNvSpPr>
            <a:spLocks/>
          </p:cNvSpPr>
          <p:nvPr/>
        </p:nvSpPr>
        <p:spPr>
          <a:xfrm>
            <a:off x="11747886" y="1752600"/>
            <a:ext cx="106333" cy="111760"/>
          </a:xfrm>
          <a:custGeom>
            <a:avLst/>
            <a:gdLst/>
            <a:ahLst/>
            <a:cxnLst/>
            <a:rect l="0" t="0" r="111759" b="111760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A9B9C5"/>
          </a:solidFill>
          <a:ln w="4445" cap="flat">
            <a:solidFill>
              <a:srgbClr val="FFFFFF"/>
            </a:solidFill>
            <a:miter/>
          </a:ln>
        </p:spPr>
      </p:sp>
      <p:sp>
        <p:nvSpPr>
          <p:cNvPr id="79" name="F1_0078_patch_68">
            <a:extLst>
              <a:ext uri="{FF2B5EF4-FFF2-40B4-BE49-F238E27FC236}">
                <a16:creationId id="{263E19F2-ED6F-4C27-BDF7-76148AF15E9B}"/>
              </a:ext>
            </a:extLst>
          </p:cNvPr>
          <p:cNvSpPr>
            <a:spLocks/>
          </p:cNvSpPr>
          <p:nvPr/>
        </p:nvSpPr>
        <p:spPr>
          <a:xfrm>
            <a:off x="11868719" y="1752600"/>
            <a:ext cx="106333" cy="111760"/>
          </a:xfrm>
          <a:custGeom>
            <a:avLst/>
            <a:gdLst/>
            <a:ahLst/>
            <a:cxnLst/>
            <a:rect l="0" t="0" r="111759" b="111760"/>
            <a:pathLst>
              <a:path w="111760" h="111760">
                <a:moveTo>
                  <a:pt x="0" y="0"/>
                </a:moveTo>
                <a:lnTo>
                  <a:pt x="111760" y="0"/>
                </a:lnTo>
                <a:lnTo>
                  <a:pt x="111760" y="111760"/>
                </a:lnTo>
                <a:lnTo>
                  <a:pt x="0" y="111760"/>
                </a:lnTo>
                <a:close/>
              </a:path>
            </a:pathLst>
          </a:custGeom>
          <a:solidFill>
            <a:srgbClr val="A9B9C5"/>
          </a:solidFill>
          <a:ln w="4445" cap="flat">
            <a:solidFill>
              <a:srgbClr val="FFFFFF"/>
            </a:solidFill>
            <a:miter/>
          </a:ln>
        </p:spPr>
      </p:sp>
      <p:cxnSp>
        <p:nvCxnSpPr>
          <p:cNvPr id="20005" name="Arrow patch_69" descr="Native PowerPoint arrow connector"/>
          <p:cNvCxnSpPr/>
          <p:nvPr/>
        </p:nvCxnSpPr>
        <p:spPr>
          <a:xfrm>
            <a:off x="10152890" y="1625600"/>
            <a:ext cx="1076615" cy="0"/>
          </a:xfrm>
          <a:prstGeom prst="line">
            <a:avLst/>
          </a:prstGeom>
          <a:ln w="21590" cap="rnd">
            <a:solidFill>
              <a:srgbClr val="657581"/>
            </a:solidFill>
            <a:round/>
            <a:headEnd type="none"/>
            <a:tailEnd type="triangle" w="med" len="med"/>
          </a:ln>
        </p:spPr>
      </p:cxnSp>
      <p:cxnSp>
        <p:nvCxnSpPr>
          <p:cNvPr id="20006" name="Arrow patch_70" descr="Native PowerPoint arrow connector"/>
          <p:cNvCxnSpPr/>
          <p:nvPr/>
        </p:nvCxnSpPr>
        <p:spPr>
          <a:xfrm flipH="1">
            <a:off x="7278045" y="2392834"/>
            <a:ext cx="4192907" cy="177642"/>
          </a:xfrm>
          <a:prstGeom prst="bentConnector2">
            <a:avLst/>
          </a:prstGeom>
          <a:ln w="22860" cap="rnd">
            <a:solidFill>
              <a:srgbClr val="67448F"/>
            </a:solidFill>
            <a:round/>
            <a:headEnd type="none"/>
            <a:tailEnd type="triangle" w="med" len="med"/>
          </a:ln>
        </p:spPr>
      </p:cxnSp>
      <p:cxnSp>
        <p:nvCxnSpPr>
          <p:cNvPr id="20007" name="Arrow patch_71" descr="Native PowerPoint arrow connector"/>
          <p:cNvCxnSpPr/>
          <p:nvPr/>
        </p:nvCxnSpPr>
        <p:spPr>
          <a:xfrm>
            <a:off x="9404708" y="2392834"/>
            <a:ext cx="0" cy="177642"/>
          </a:xfrm>
          <a:prstGeom prst="line">
            <a:avLst/>
          </a:prstGeom>
          <a:ln w="22860" cap="rnd">
            <a:solidFill>
              <a:srgbClr val="67448F"/>
            </a:solidFill>
            <a:round/>
            <a:headEnd type="none"/>
            <a:tailEnd type="triangle" w="med" len="med"/>
          </a:ln>
        </p:spPr>
      </p:cxnSp>
      <p:cxnSp>
        <p:nvCxnSpPr>
          <p:cNvPr id="20008" name="Arrow patch_72" descr="Native PowerPoint arrow connector"/>
          <p:cNvCxnSpPr/>
          <p:nvPr/>
        </p:nvCxnSpPr>
        <p:spPr>
          <a:xfrm flipH="1">
            <a:off x="12123601" y="2392834"/>
            <a:ext cx="374432" cy="0"/>
          </a:xfrm>
          <a:prstGeom prst="line">
            <a:avLst/>
          </a:prstGeom>
          <a:ln w="22860" cap="rnd">
            <a:solidFill>
              <a:srgbClr val="67448F"/>
            </a:solidFill>
            <a:round/>
            <a:headEnd type="none"/>
            <a:tailEnd type="triangle" w="med" len="med"/>
          </a:ln>
        </p:spPr>
      </p:cxnSp>
      <p:sp>
        <p:nvSpPr>
          <p:cNvPr id="622" name="F1_0621_line2d_2">
            <a:extLst>
              <a:ext uri="{FF2B5EF4-FFF2-40B4-BE49-F238E27FC236}">
                <a16:creationId id="{89A6F831-0BEF-4E4A-926B-B99302B66F0E}"/>
              </a:ext>
            </a:extLst>
          </p:cNvPr>
          <p:cNvSpPr>
            <a:spLocks/>
          </p:cNvSpPr>
          <p:nvPr/>
        </p:nvSpPr>
        <p:spPr>
          <a:xfrm>
            <a:off x="6419552" y="3069133"/>
            <a:ext cx="6210818" cy="127"/>
          </a:xfrm>
          <a:custGeom>
            <a:avLst/>
            <a:gdLst/>
            <a:ahLst/>
            <a:cxnLst/>
            <a:rect l="0" t="0" r="6527800" b="127"/>
            <a:pathLst>
              <a:path w="6527800" h="127" fill="none">
                <a:moveTo>
                  <a:pt x="0" y="0"/>
                </a:moveTo>
                <a:lnTo>
                  <a:pt x="6527800" y="0"/>
                </a:lnTo>
              </a:path>
            </a:pathLst>
          </a:custGeom>
          <a:noFill/>
          <a:ln w="10160" cap="sq">
            <a:solidFill>
              <a:srgbClr val="D4DFE7"/>
            </a:solidFill>
            <a:round/>
          </a:ln>
        </p:spPr>
      </p:sp>
      <p:cxnSp>
        <p:nvCxnSpPr>
          <p:cNvPr id="20009" name="Arrow patch_2" descr="Native PowerPoint arrow connector"/>
          <p:cNvCxnSpPr/>
          <p:nvPr/>
        </p:nvCxnSpPr>
        <p:spPr>
          <a:xfrm>
            <a:off x="2151598" y="1042416"/>
            <a:ext cx="486703" cy="0"/>
          </a:xfrm>
          <a:prstGeom prst="line">
            <a:avLst/>
          </a:prstGeom>
          <a:ln w="15240" cap="rnd">
            <a:solidFill>
              <a:srgbClr val="657581"/>
            </a:solidFill>
            <a:round/>
            <a:headEnd type="none"/>
            <a:tailEnd type="triangle" w="med" len="med"/>
          </a:ln>
        </p:spPr>
      </p:cxnSp>
      <p:cxnSp>
        <p:nvCxnSpPr>
          <p:cNvPr id="20010" name="Arrow patch_3" descr="Native PowerPoint arrow connector"/>
          <p:cNvCxnSpPr/>
          <p:nvPr/>
        </p:nvCxnSpPr>
        <p:spPr>
          <a:xfrm flipH="1">
            <a:off x="3487435" y="1042416"/>
            <a:ext cx="486703" cy="0"/>
          </a:xfrm>
          <a:prstGeom prst="line">
            <a:avLst/>
          </a:prstGeom>
          <a:ln w="15240" cap="rnd">
            <a:solidFill>
              <a:srgbClr val="657581"/>
            </a:solidFill>
            <a:round/>
            <a:headEnd type="none"/>
            <a:tailEnd type="triangle" w="med" len="med"/>
          </a:ln>
        </p:spPr>
      </p:cxnSp>
      <p:cxnSp>
        <p:nvCxnSpPr>
          <p:cNvPr id="20011" name="Arrow patch_4" descr="Native PowerPoint arrow connector"/>
          <p:cNvCxnSpPr/>
          <p:nvPr/>
        </p:nvCxnSpPr>
        <p:spPr>
          <a:xfrm flipV="1">
            <a:off x="1340480" y="1302254"/>
            <a:ext cx="0" cy="1459234"/>
          </a:xfrm>
          <a:prstGeom prst="line">
            <a:avLst/>
          </a:prstGeom>
          <a:ln w="27940" cap="rnd">
            <a:solidFill>
              <a:srgbClr val="A5B3BF"/>
            </a:solidFill>
            <a:round/>
            <a:headEnd type="none"/>
            <a:tailEnd type="triangle" w="med" len="med"/>
          </a:ln>
        </p:spPr>
      </p:cxnSp>
      <p:sp>
        <p:nvSpPr>
          <p:cNvPr id="7" name="F1_0006_patch_5">
            <a:extLst>
              <a:ext uri="{FF2B5EF4-FFF2-40B4-BE49-F238E27FC236}">
                <a16:creationId id="{9E9168DA-D5AE-4769-A622-5EB19B66F9A0}"/>
              </a:ext>
            </a:extLst>
          </p:cNvPr>
          <p:cNvSpPr>
            <a:spLocks/>
          </p:cNvSpPr>
          <p:nvPr/>
        </p:nvSpPr>
        <p:spPr>
          <a:xfrm>
            <a:off x="543118" y="1499616"/>
            <a:ext cx="1594723" cy="402336"/>
          </a:xfrm>
          <a:custGeom>
            <a:avLst/>
            <a:gdLst/>
            <a:ahLst/>
            <a:cxnLst/>
            <a:rect l="0" t="0" r="1472184" b="402335"/>
            <a:pathLst>
              <a:path w="1472184" h="402336">
                <a:moveTo>
                  <a:pt x="91440" y="0"/>
                </a:moveTo>
                <a:lnTo>
                  <a:pt x="1472184" y="0"/>
                </a:lnTo>
                <a:lnTo>
                  <a:pt x="1380744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ECF4FB"/>
          </a:solidFill>
          <a:ln w="12700" cap="flat">
            <a:solidFill>
              <a:srgbClr val="BBC9D5"/>
            </a:solidFill>
            <a:miter/>
          </a:ln>
        </p:spPr>
      </p:sp>
      <p:sp>
        <p:nvSpPr>
          <p:cNvPr id="8" name="F1_0007_patch_6">
            <a:extLst>
              <a:ext uri="{FF2B5EF4-FFF2-40B4-BE49-F238E27FC236}">
                <a16:creationId id="{1A36E21B-14E6-451E-8E8C-0442A3833C3A}"/>
              </a:ext>
            </a:extLst>
          </p:cNvPr>
          <p:cNvSpPr>
            <a:spLocks/>
          </p:cNvSpPr>
          <p:nvPr/>
        </p:nvSpPr>
        <p:spPr>
          <a:xfrm>
            <a:off x="543118" y="2148840"/>
            <a:ext cx="1594723" cy="402336"/>
          </a:xfrm>
          <a:custGeom>
            <a:avLst/>
            <a:gdLst/>
            <a:ahLst/>
            <a:cxnLst/>
            <a:rect l="0" t="0" r="1472184" b="402336"/>
            <a:pathLst>
              <a:path w="1472184" h="402336">
                <a:moveTo>
                  <a:pt x="91440" y="0"/>
                </a:moveTo>
                <a:lnTo>
                  <a:pt x="1472184" y="0"/>
                </a:lnTo>
                <a:lnTo>
                  <a:pt x="1380744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ECF4FB"/>
          </a:solidFill>
          <a:ln w="12700" cap="flat">
            <a:solidFill>
              <a:srgbClr val="BBC9D5"/>
            </a:solidFill>
            <a:miter/>
          </a:ln>
        </p:spPr>
      </p:sp>
      <p:sp>
        <p:nvSpPr>
          <p:cNvPr id="9" name="F1_0008_patch_7">
            <a:extLst>
              <a:ext uri="{FF2B5EF4-FFF2-40B4-BE49-F238E27FC236}">
                <a16:creationId id="{D44AC510-6A91-464C-BE6E-CCE7CE1C4B1C}"/>
              </a:ext>
            </a:extLst>
          </p:cNvPr>
          <p:cNvSpPr>
            <a:spLocks/>
          </p:cNvSpPr>
          <p:nvPr/>
        </p:nvSpPr>
        <p:spPr>
          <a:xfrm>
            <a:off x="1327603" y="1944929"/>
            <a:ext cx="25753" cy="23774"/>
          </a:xfrm>
          <a:custGeom>
            <a:avLst/>
            <a:gdLst/>
            <a:ahLst/>
            <a:cxnLst/>
            <a:rect l="0" t="0" r="23774" b="23774"/>
            <a:pathLst>
              <a:path w="23774" h="23774" stroke="0">
                <a:moveTo>
                  <a:pt x="11887" y="0"/>
                </a:moveTo>
                <a:cubicBezTo>
                  <a:pt x="15040" y="0"/>
                  <a:pt x="18064" y="1253"/>
                  <a:pt x="20293" y="3482"/>
                </a:cubicBezTo>
                <a:cubicBezTo>
                  <a:pt x="22522" y="5711"/>
                  <a:pt x="23774" y="8735"/>
                  <a:pt x="23774" y="11887"/>
                </a:cubicBezTo>
                <a:cubicBezTo>
                  <a:pt x="23774" y="15040"/>
                  <a:pt x="22522" y="18064"/>
                  <a:pt x="20293" y="20293"/>
                </a:cubicBezTo>
                <a:cubicBezTo>
                  <a:pt x="18064" y="22522"/>
                  <a:pt x="15040" y="23774"/>
                  <a:pt x="11887" y="23774"/>
                </a:cubicBezTo>
                <a:cubicBezTo>
                  <a:pt x="8735" y="23774"/>
                  <a:pt x="5711" y="22522"/>
                  <a:pt x="3482" y="20293"/>
                </a:cubicBezTo>
                <a:cubicBezTo>
                  <a:pt x="1253" y="18064"/>
                  <a:pt x="0" y="15040"/>
                  <a:pt x="0" y="11887"/>
                </a:cubicBezTo>
                <a:cubicBezTo>
                  <a:pt x="0" y="8735"/>
                  <a:pt x="1253" y="5711"/>
                  <a:pt x="3482" y="3482"/>
                </a:cubicBezTo>
                <a:cubicBezTo>
                  <a:pt x="5711" y="1253"/>
                  <a:pt x="8735" y="0"/>
                  <a:pt x="11887" y="0"/>
                </a:cubicBezTo>
                <a:close/>
              </a:path>
            </a:pathLst>
          </a:custGeom>
          <a:solidFill>
            <a:srgbClr val="657581"/>
          </a:solidFill>
          <a:ln w="12700" cap="flat">
            <a:noFill/>
            <a:round/>
          </a:ln>
        </p:spPr>
      </p:sp>
      <p:sp>
        <p:nvSpPr>
          <p:cNvPr id="10" name="F1_0009_patch_8">
            <a:extLst>
              <a:ext uri="{FF2B5EF4-FFF2-40B4-BE49-F238E27FC236}">
                <a16:creationId id="{E281A0C2-E280-47A8-9987-A9884727488F}"/>
              </a:ext>
            </a:extLst>
          </p:cNvPr>
          <p:cNvSpPr>
            <a:spLocks/>
          </p:cNvSpPr>
          <p:nvPr/>
        </p:nvSpPr>
        <p:spPr>
          <a:xfrm>
            <a:off x="1327603" y="2008937"/>
            <a:ext cx="25753" cy="23774"/>
          </a:xfrm>
          <a:custGeom>
            <a:avLst/>
            <a:gdLst/>
            <a:ahLst/>
            <a:cxnLst/>
            <a:rect l="0" t="0" r="23774" b="23774"/>
            <a:pathLst>
              <a:path w="23774" h="23774" stroke="0">
                <a:moveTo>
                  <a:pt x="11887" y="0"/>
                </a:moveTo>
                <a:cubicBezTo>
                  <a:pt x="15040" y="0"/>
                  <a:pt x="18064" y="1253"/>
                  <a:pt x="20293" y="3482"/>
                </a:cubicBezTo>
                <a:cubicBezTo>
                  <a:pt x="22522" y="5711"/>
                  <a:pt x="23774" y="8735"/>
                  <a:pt x="23774" y="11887"/>
                </a:cubicBezTo>
                <a:cubicBezTo>
                  <a:pt x="23774" y="15040"/>
                  <a:pt x="22522" y="18064"/>
                  <a:pt x="20293" y="20293"/>
                </a:cubicBezTo>
                <a:cubicBezTo>
                  <a:pt x="18064" y="22522"/>
                  <a:pt x="15040" y="23774"/>
                  <a:pt x="11887" y="23774"/>
                </a:cubicBezTo>
                <a:cubicBezTo>
                  <a:pt x="8735" y="23774"/>
                  <a:pt x="5711" y="22522"/>
                  <a:pt x="3482" y="20293"/>
                </a:cubicBezTo>
                <a:cubicBezTo>
                  <a:pt x="1253" y="18064"/>
                  <a:pt x="0" y="15040"/>
                  <a:pt x="0" y="11887"/>
                </a:cubicBezTo>
                <a:cubicBezTo>
                  <a:pt x="0" y="8735"/>
                  <a:pt x="1253" y="5711"/>
                  <a:pt x="3482" y="3482"/>
                </a:cubicBezTo>
                <a:cubicBezTo>
                  <a:pt x="5711" y="1253"/>
                  <a:pt x="8735" y="0"/>
                  <a:pt x="11887" y="0"/>
                </a:cubicBezTo>
                <a:close/>
              </a:path>
            </a:pathLst>
          </a:custGeom>
          <a:solidFill>
            <a:srgbClr val="657581"/>
          </a:solidFill>
          <a:ln w="12700" cap="flat">
            <a:noFill/>
            <a:round/>
          </a:ln>
        </p:spPr>
      </p:sp>
      <p:sp>
        <p:nvSpPr>
          <p:cNvPr id="11" name="F1_0010_patch_9">
            <a:extLst>
              <a:ext uri="{FF2B5EF4-FFF2-40B4-BE49-F238E27FC236}">
                <a16:creationId id="{439C2DDD-A2F4-46B8-80A3-D137FA08CCAE}"/>
              </a:ext>
            </a:extLst>
          </p:cNvPr>
          <p:cNvSpPr>
            <a:spLocks/>
          </p:cNvSpPr>
          <p:nvPr/>
        </p:nvSpPr>
        <p:spPr>
          <a:xfrm>
            <a:off x="1327603" y="2072945"/>
            <a:ext cx="25753" cy="23774"/>
          </a:xfrm>
          <a:custGeom>
            <a:avLst/>
            <a:gdLst/>
            <a:ahLst/>
            <a:cxnLst/>
            <a:rect l="0" t="0" r="23774" b="23774"/>
            <a:pathLst>
              <a:path w="23774" h="23774" stroke="0">
                <a:moveTo>
                  <a:pt x="11887" y="0"/>
                </a:moveTo>
                <a:cubicBezTo>
                  <a:pt x="15040" y="0"/>
                  <a:pt x="18064" y="1253"/>
                  <a:pt x="20293" y="3482"/>
                </a:cubicBezTo>
                <a:cubicBezTo>
                  <a:pt x="22522" y="5711"/>
                  <a:pt x="23774" y="8735"/>
                  <a:pt x="23774" y="11887"/>
                </a:cubicBezTo>
                <a:cubicBezTo>
                  <a:pt x="23774" y="15040"/>
                  <a:pt x="22522" y="18064"/>
                  <a:pt x="20293" y="20293"/>
                </a:cubicBezTo>
                <a:cubicBezTo>
                  <a:pt x="18064" y="22522"/>
                  <a:pt x="15040" y="23774"/>
                  <a:pt x="11887" y="23774"/>
                </a:cubicBezTo>
                <a:cubicBezTo>
                  <a:pt x="8735" y="23774"/>
                  <a:pt x="5711" y="22522"/>
                  <a:pt x="3482" y="20293"/>
                </a:cubicBezTo>
                <a:cubicBezTo>
                  <a:pt x="1253" y="18064"/>
                  <a:pt x="0" y="15040"/>
                  <a:pt x="0" y="11887"/>
                </a:cubicBezTo>
                <a:cubicBezTo>
                  <a:pt x="0" y="8735"/>
                  <a:pt x="1253" y="5711"/>
                  <a:pt x="3482" y="3482"/>
                </a:cubicBezTo>
                <a:cubicBezTo>
                  <a:pt x="5711" y="1253"/>
                  <a:pt x="8735" y="0"/>
                  <a:pt x="11887" y="0"/>
                </a:cubicBezTo>
                <a:close/>
              </a:path>
            </a:pathLst>
          </a:custGeom>
          <a:solidFill>
            <a:srgbClr val="657581"/>
          </a:solidFill>
          <a:ln w="12700" cap="flat">
            <a:noFill/>
            <a:round/>
          </a:ln>
        </p:spPr>
      </p:sp>
      <p:cxnSp>
        <p:nvCxnSpPr>
          <p:cNvPr id="20012" name="Arrow patch_10" descr="Native PowerPoint arrow connector"/>
          <p:cNvCxnSpPr/>
          <p:nvPr/>
        </p:nvCxnSpPr>
        <p:spPr>
          <a:xfrm flipV="1">
            <a:off x="4785256" y="1302254"/>
            <a:ext cx="0" cy="1459234"/>
          </a:xfrm>
          <a:prstGeom prst="line">
            <a:avLst/>
          </a:prstGeom>
          <a:ln w="27940" cap="rnd">
            <a:solidFill>
              <a:srgbClr val="A5B3BF"/>
            </a:solidFill>
            <a:round/>
            <a:headEnd type="none"/>
            <a:tailEnd type="triangle" w="med" len="med"/>
          </a:ln>
        </p:spPr>
      </p:cxnSp>
      <p:sp>
        <p:nvSpPr>
          <p:cNvPr id="14" name="F1_0013_patch_11">
            <a:extLst>
              <a:ext uri="{FF2B5EF4-FFF2-40B4-BE49-F238E27FC236}">
                <a16:creationId id="{BED0353F-D6AF-4611-BDDA-47153B33641C}"/>
              </a:ext>
            </a:extLst>
          </p:cNvPr>
          <p:cNvSpPr>
            <a:spLocks/>
          </p:cNvSpPr>
          <p:nvPr/>
        </p:nvSpPr>
        <p:spPr>
          <a:xfrm>
            <a:off x="3987895" y="1499616"/>
            <a:ext cx="1594723" cy="402336"/>
          </a:xfrm>
          <a:custGeom>
            <a:avLst/>
            <a:gdLst/>
            <a:ahLst/>
            <a:cxnLst/>
            <a:rect l="0" t="0" r="1472184" b="402335"/>
            <a:pathLst>
              <a:path w="1472184" h="402336">
                <a:moveTo>
                  <a:pt x="91440" y="0"/>
                </a:moveTo>
                <a:lnTo>
                  <a:pt x="1472184" y="0"/>
                </a:lnTo>
                <a:lnTo>
                  <a:pt x="1380744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F1F5F7"/>
          </a:solidFill>
          <a:ln w="12700" cap="flat">
            <a:solidFill>
              <a:srgbClr val="87A8C7"/>
            </a:solidFill>
            <a:miter/>
          </a:ln>
        </p:spPr>
      </p:sp>
      <p:sp>
        <p:nvSpPr>
          <p:cNvPr id="15" name="F1_0014_patch_12">
            <a:extLst>
              <a:ext uri="{FF2B5EF4-FFF2-40B4-BE49-F238E27FC236}">
                <a16:creationId id="{87ACCB5B-7AB2-434B-9FF0-EA7B820CFC09}"/>
              </a:ext>
            </a:extLst>
          </p:cNvPr>
          <p:cNvSpPr>
            <a:spLocks/>
          </p:cNvSpPr>
          <p:nvPr/>
        </p:nvSpPr>
        <p:spPr>
          <a:xfrm>
            <a:off x="3987895" y="2148840"/>
            <a:ext cx="1594723" cy="402336"/>
          </a:xfrm>
          <a:custGeom>
            <a:avLst/>
            <a:gdLst/>
            <a:ahLst/>
            <a:cxnLst/>
            <a:rect l="0" t="0" r="1472184" b="402336"/>
            <a:pathLst>
              <a:path w="1472184" h="402336">
                <a:moveTo>
                  <a:pt x="91440" y="0"/>
                </a:moveTo>
                <a:lnTo>
                  <a:pt x="1472184" y="0"/>
                </a:lnTo>
                <a:lnTo>
                  <a:pt x="1380744" y="402336"/>
                </a:lnTo>
                <a:lnTo>
                  <a:pt x="0" y="402336"/>
                </a:lnTo>
                <a:close/>
              </a:path>
            </a:pathLst>
          </a:custGeom>
          <a:solidFill>
            <a:srgbClr val="F1F5F7"/>
          </a:solidFill>
          <a:ln w="12700" cap="flat">
            <a:solidFill>
              <a:srgbClr val="87A8C7"/>
            </a:solidFill>
            <a:miter/>
          </a:ln>
        </p:spPr>
      </p:sp>
      <p:sp>
        <p:nvSpPr>
          <p:cNvPr id="16" name="F1_0015_patch_13">
            <a:extLst>
              <a:ext uri="{FF2B5EF4-FFF2-40B4-BE49-F238E27FC236}">
                <a16:creationId id="{B05A8A24-53AB-484A-88CE-22686975ED3A}"/>
              </a:ext>
            </a:extLst>
          </p:cNvPr>
          <p:cNvSpPr>
            <a:spLocks/>
          </p:cNvSpPr>
          <p:nvPr/>
        </p:nvSpPr>
        <p:spPr>
          <a:xfrm>
            <a:off x="4772380" y="1944929"/>
            <a:ext cx="25753" cy="23774"/>
          </a:xfrm>
          <a:custGeom>
            <a:avLst/>
            <a:gdLst/>
            <a:ahLst/>
            <a:cxnLst/>
            <a:rect l="0" t="0" r="23774" b="23774"/>
            <a:pathLst>
              <a:path w="23774" h="23774" stroke="0">
                <a:moveTo>
                  <a:pt x="11887" y="0"/>
                </a:moveTo>
                <a:cubicBezTo>
                  <a:pt x="15040" y="0"/>
                  <a:pt x="18064" y="1253"/>
                  <a:pt x="20293" y="3482"/>
                </a:cubicBezTo>
                <a:cubicBezTo>
                  <a:pt x="22522" y="5711"/>
                  <a:pt x="23774" y="8735"/>
                  <a:pt x="23774" y="11887"/>
                </a:cubicBezTo>
                <a:cubicBezTo>
                  <a:pt x="23774" y="15040"/>
                  <a:pt x="22522" y="18064"/>
                  <a:pt x="20293" y="20293"/>
                </a:cubicBezTo>
                <a:cubicBezTo>
                  <a:pt x="18064" y="22522"/>
                  <a:pt x="15040" y="23774"/>
                  <a:pt x="11887" y="23774"/>
                </a:cubicBezTo>
                <a:cubicBezTo>
                  <a:pt x="8735" y="23774"/>
                  <a:pt x="5711" y="22522"/>
                  <a:pt x="3482" y="20293"/>
                </a:cubicBezTo>
                <a:cubicBezTo>
                  <a:pt x="1253" y="18064"/>
                  <a:pt x="0" y="15040"/>
                  <a:pt x="0" y="11887"/>
                </a:cubicBezTo>
                <a:cubicBezTo>
                  <a:pt x="0" y="8735"/>
                  <a:pt x="1253" y="5711"/>
                  <a:pt x="3482" y="3482"/>
                </a:cubicBezTo>
                <a:cubicBezTo>
                  <a:pt x="5711" y="1253"/>
                  <a:pt x="8735" y="0"/>
                  <a:pt x="11887" y="0"/>
                </a:cubicBezTo>
                <a:close/>
              </a:path>
            </a:pathLst>
          </a:custGeom>
          <a:solidFill>
            <a:srgbClr val="657581"/>
          </a:solidFill>
          <a:ln w="12700" cap="flat">
            <a:noFill/>
            <a:round/>
          </a:ln>
        </p:spPr>
      </p:sp>
      <p:sp>
        <p:nvSpPr>
          <p:cNvPr id="17" name="F1_0016_patch_14">
            <a:extLst>
              <a:ext uri="{FF2B5EF4-FFF2-40B4-BE49-F238E27FC236}">
                <a16:creationId id="{7F0BE26A-F837-4BA5-8339-98102A580B6D}"/>
              </a:ext>
            </a:extLst>
          </p:cNvPr>
          <p:cNvSpPr>
            <a:spLocks/>
          </p:cNvSpPr>
          <p:nvPr/>
        </p:nvSpPr>
        <p:spPr>
          <a:xfrm>
            <a:off x="4772380" y="2008937"/>
            <a:ext cx="25753" cy="23774"/>
          </a:xfrm>
          <a:custGeom>
            <a:avLst/>
            <a:gdLst/>
            <a:ahLst/>
            <a:cxnLst/>
            <a:rect l="0" t="0" r="23774" b="23774"/>
            <a:pathLst>
              <a:path w="23774" h="23774" stroke="0">
                <a:moveTo>
                  <a:pt x="11887" y="0"/>
                </a:moveTo>
                <a:cubicBezTo>
                  <a:pt x="15040" y="0"/>
                  <a:pt x="18064" y="1253"/>
                  <a:pt x="20293" y="3482"/>
                </a:cubicBezTo>
                <a:cubicBezTo>
                  <a:pt x="22522" y="5711"/>
                  <a:pt x="23774" y="8735"/>
                  <a:pt x="23774" y="11887"/>
                </a:cubicBezTo>
                <a:cubicBezTo>
                  <a:pt x="23774" y="15040"/>
                  <a:pt x="22522" y="18064"/>
                  <a:pt x="20293" y="20293"/>
                </a:cubicBezTo>
                <a:cubicBezTo>
                  <a:pt x="18064" y="22522"/>
                  <a:pt x="15040" y="23774"/>
                  <a:pt x="11887" y="23774"/>
                </a:cubicBezTo>
                <a:cubicBezTo>
                  <a:pt x="8735" y="23774"/>
                  <a:pt x="5711" y="22522"/>
                  <a:pt x="3482" y="20293"/>
                </a:cubicBezTo>
                <a:cubicBezTo>
                  <a:pt x="1253" y="18064"/>
                  <a:pt x="0" y="15040"/>
                  <a:pt x="0" y="11887"/>
                </a:cubicBezTo>
                <a:cubicBezTo>
                  <a:pt x="0" y="8735"/>
                  <a:pt x="1253" y="5711"/>
                  <a:pt x="3482" y="3482"/>
                </a:cubicBezTo>
                <a:cubicBezTo>
                  <a:pt x="5711" y="1253"/>
                  <a:pt x="8735" y="0"/>
                  <a:pt x="11887" y="0"/>
                </a:cubicBezTo>
                <a:close/>
              </a:path>
            </a:pathLst>
          </a:custGeom>
          <a:solidFill>
            <a:srgbClr val="657581"/>
          </a:solidFill>
          <a:ln w="12700" cap="flat">
            <a:noFill/>
            <a:round/>
          </a:ln>
        </p:spPr>
      </p:sp>
      <p:sp>
        <p:nvSpPr>
          <p:cNvPr id="18" name="F1_0017_patch_15">
            <a:extLst>
              <a:ext uri="{FF2B5EF4-FFF2-40B4-BE49-F238E27FC236}">
                <a16:creationId id="{34158BAE-2902-4CB4-B8AD-D547B32DB501}"/>
              </a:ext>
            </a:extLst>
          </p:cNvPr>
          <p:cNvSpPr>
            <a:spLocks/>
          </p:cNvSpPr>
          <p:nvPr/>
        </p:nvSpPr>
        <p:spPr>
          <a:xfrm>
            <a:off x="4772380" y="2072945"/>
            <a:ext cx="25753" cy="23774"/>
          </a:xfrm>
          <a:custGeom>
            <a:avLst/>
            <a:gdLst/>
            <a:ahLst/>
            <a:cxnLst/>
            <a:rect l="0" t="0" r="23774" b="23774"/>
            <a:pathLst>
              <a:path w="23774" h="23774" stroke="0">
                <a:moveTo>
                  <a:pt x="11887" y="0"/>
                </a:moveTo>
                <a:cubicBezTo>
                  <a:pt x="15040" y="0"/>
                  <a:pt x="18064" y="1253"/>
                  <a:pt x="20293" y="3482"/>
                </a:cubicBezTo>
                <a:cubicBezTo>
                  <a:pt x="22522" y="5711"/>
                  <a:pt x="23774" y="8735"/>
                  <a:pt x="23774" y="11887"/>
                </a:cubicBezTo>
                <a:cubicBezTo>
                  <a:pt x="23774" y="15040"/>
                  <a:pt x="22522" y="18064"/>
                  <a:pt x="20293" y="20293"/>
                </a:cubicBezTo>
                <a:cubicBezTo>
                  <a:pt x="18064" y="22522"/>
                  <a:pt x="15040" y="23774"/>
                  <a:pt x="11887" y="23774"/>
                </a:cubicBezTo>
                <a:cubicBezTo>
                  <a:pt x="8735" y="23774"/>
                  <a:pt x="5711" y="22522"/>
                  <a:pt x="3482" y="20293"/>
                </a:cubicBezTo>
                <a:cubicBezTo>
                  <a:pt x="1253" y="18064"/>
                  <a:pt x="0" y="15040"/>
                  <a:pt x="0" y="11887"/>
                </a:cubicBezTo>
                <a:cubicBezTo>
                  <a:pt x="0" y="8735"/>
                  <a:pt x="1253" y="5711"/>
                  <a:pt x="3482" y="3482"/>
                </a:cubicBezTo>
                <a:cubicBezTo>
                  <a:pt x="5711" y="1253"/>
                  <a:pt x="8735" y="0"/>
                  <a:pt x="11887" y="0"/>
                </a:cubicBezTo>
                <a:close/>
              </a:path>
            </a:pathLst>
          </a:custGeom>
          <a:solidFill>
            <a:srgbClr val="657581"/>
          </a:solidFill>
          <a:ln w="12700" cap="flat">
            <a:noFill/>
            <a:round/>
          </a:ln>
        </p:spPr>
      </p:sp>
      <p:sp>
        <p:nvSpPr>
          <p:cNvPr id="19" name="F1_0018_patch_16">
            <a:extLst>
              <a:ext uri="{FF2B5EF4-FFF2-40B4-BE49-F238E27FC236}">
                <a16:creationId id="{295FDDBC-A1E3-4A04-9BCB-2A59C8F7C554}"/>
              </a:ext>
            </a:extLst>
          </p:cNvPr>
          <p:cNvSpPr>
            <a:spLocks/>
          </p:cNvSpPr>
          <p:nvPr/>
        </p:nvSpPr>
        <p:spPr>
          <a:xfrm>
            <a:off x="2402527" y="1866900"/>
            <a:ext cx="1320681" cy="939800"/>
          </a:xfrm>
          <a:custGeom>
            <a:avLst/>
            <a:gdLst/>
            <a:ahLst/>
            <a:cxnLst/>
            <a:rect l="0" t="0" r="1219200" b="939800"/>
            <a:pathLst>
              <a:path w="1219200" h="939800">
                <a:moveTo>
                  <a:pt x="45720" y="0"/>
                </a:moveTo>
                <a:lnTo>
                  <a:pt x="1173480" y="0"/>
                </a:lnTo>
                <a:quadBezTo>
                  <a:pt x="1219200" y="0"/>
                  <a:pt x="1219200" y="45720"/>
                </a:quadBezTo>
                <a:lnTo>
                  <a:pt x="1219200" y="894080"/>
                </a:lnTo>
                <a:quadBezTo>
                  <a:pt x="1219200" y="939800"/>
                  <a:pt x="1173480" y="939800"/>
                </a:quadBezTo>
                <a:lnTo>
                  <a:pt x="45720" y="939800"/>
                </a:lnTo>
                <a:quadBezTo>
                  <a:pt x="0" y="939800"/>
                  <a:pt x="0" y="894080"/>
                </a:quadBezTo>
                <a:lnTo>
                  <a:pt x="0" y="45720"/>
                </a:lnTo>
                <a:quadBezTo>
                  <a:pt x="0" y="0"/>
                  <a:pt x="45720" y="0"/>
                </a:quadBezTo>
                <a:close/>
              </a:path>
            </a:pathLst>
          </a:custGeom>
          <a:solidFill>
            <a:srgbClr val="F6F1FB"/>
          </a:solidFill>
          <a:ln w="12700" cap="flat">
            <a:solidFill>
              <a:srgbClr val="B9AACB"/>
            </a:solidFill>
            <a:miter/>
          </a:ln>
        </p:spPr>
      </p:sp>
      <p:cxnSp>
        <p:nvCxnSpPr>
          <p:cNvPr id="20013" name="Arrow patch_17" descr="Native PowerPoint arrow connector"/>
          <p:cNvCxnSpPr/>
          <p:nvPr/>
        </p:nvCxnSpPr>
        <p:spPr>
          <a:xfrm>
            <a:off x="2137841" y="2350008"/>
            <a:ext cx="200343" cy="0"/>
          </a:xfrm>
          <a:prstGeom prst="line">
            <a:avLst/>
          </a:prstGeom>
          <a:ln w="19050" cap="rnd">
            <a:solidFill>
              <a:srgbClr val="657581"/>
            </a:solidFill>
            <a:round/>
            <a:headEnd type="none"/>
            <a:tailEnd type="triangle" w="med" len="med"/>
          </a:ln>
        </p:spPr>
      </p:cxnSp>
      <p:cxnSp>
        <p:nvCxnSpPr>
          <p:cNvPr id="20014" name="Arrow patch_18" descr="Native PowerPoint arrow connector"/>
          <p:cNvCxnSpPr/>
          <p:nvPr/>
        </p:nvCxnSpPr>
        <p:spPr>
          <a:xfrm flipH="1">
            <a:off x="3787552" y="2350008"/>
            <a:ext cx="200343" cy="0"/>
          </a:xfrm>
          <a:prstGeom prst="line">
            <a:avLst/>
          </a:prstGeom>
          <a:ln w="19050" cap="rnd">
            <a:solidFill>
              <a:srgbClr val="657581"/>
            </a:solidFill>
            <a:round/>
            <a:headEnd type="none"/>
            <a:tailEnd type="triangle" w="med" len="med"/>
          </a:ln>
        </p:spPr>
      </p:cxnSp>
      <p:cxnSp>
        <p:nvCxnSpPr>
          <p:cNvPr id="20015" name="Arrow patch_19" descr="Native PowerPoint arrow connector"/>
          <p:cNvCxnSpPr/>
          <p:nvPr/>
        </p:nvCxnSpPr>
        <p:spPr>
          <a:xfrm>
            <a:off x="3062868" y="1371600"/>
            <a:ext cx="0" cy="411763"/>
          </a:xfrm>
          <a:prstGeom prst="line">
            <a:avLst/>
          </a:prstGeom>
          <a:ln w="40640" cap="rnd">
            <a:solidFill>
              <a:srgbClr val="67448F"/>
            </a:solidFill>
            <a:round/>
            <a:headEnd type="none"/>
            <a:tailEnd type="triangle" w="med" len="med"/>
          </a:ln>
        </p:spPr>
      </p:cxnSp>
      <p:cxnSp>
        <p:nvCxnSpPr>
          <p:cNvPr id="20016" name="Arrow patch_20" descr="Native PowerPoint arrow connector"/>
          <p:cNvCxnSpPr/>
          <p:nvPr/>
        </p:nvCxnSpPr>
        <p:spPr>
          <a:xfrm>
            <a:off x="3062868" y="2844800"/>
            <a:ext cx="0" cy="424463"/>
          </a:xfrm>
          <a:prstGeom prst="line">
            <a:avLst/>
          </a:prstGeom>
          <a:ln w="40640" cap="rnd">
            <a:solidFill>
              <a:srgbClr val="67448F"/>
            </a:solidFill>
            <a:round/>
            <a:headEnd type="none"/>
            <a:tailEnd type="triangle" w="med" len="med"/>
          </a:ln>
        </p:spPr>
      </p:cxnSp>
      <p:sp>
        <p:nvSpPr>
          <p:cNvPr id="28" name="F1_0027_patch_21">
            <a:extLst>
              <a:ext uri="{FF2B5EF4-FFF2-40B4-BE49-F238E27FC236}">
                <a16:creationId id="{76F9703F-2CA4-4B9C-AB25-D926BA308645}"/>
              </a:ext>
            </a:extLst>
          </p:cNvPr>
          <p:cNvSpPr>
            <a:spLocks/>
          </p:cNvSpPr>
          <p:nvPr/>
        </p:nvSpPr>
        <p:spPr>
          <a:xfrm>
            <a:off x="419304" y="2816352"/>
            <a:ext cx="1842350" cy="402336"/>
          </a:xfrm>
          <a:custGeom>
            <a:avLst/>
            <a:gdLst/>
            <a:ahLst/>
            <a:cxnLst/>
            <a:rect l="0" t="0" r="1700784" b="402336"/>
            <a:pathLst>
              <a:path w="1700784" h="402336">
                <a:moveTo>
                  <a:pt x="45720" y="0"/>
                </a:moveTo>
                <a:lnTo>
                  <a:pt x="1655064" y="0"/>
                </a:lnTo>
                <a:quadBezTo>
                  <a:pt x="1700784" y="0"/>
                  <a:pt x="1700784" y="45720"/>
                </a:quadBezTo>
                <a:lnTo>
                  <a:pt x="1700784" y="356616"/>
                </a:lnTo>
                <a:quadBezTo>
                  <a:pt x="1700784" y="402336"/>
                  <a:pt x="1655064" y="402336"/>
                </a:quadBezTo>
                <a:lnTo>
                  <a:pt x="45720" y="402336"/>
                </a:lnTo>
                <a:quadBezTo>
                  <a:pt x="0" y="402336"/>
                  <a:pt x="0" y="356616"/>
                </a:quadBezTo>
                <a:lnTo>
                  <a:pt x="0" y="45720"/>
                </a:lnTo>
                <a:quadBezTo>
                  <a:pt x="0" y="0"/>
                  <a:pt x="45720" y="0"/>
                </a:quadBezTo>
                <a:close/>
              </a:path>
            </a:pathLst>
          </a:custGeom>
          <a:solidFill>
            <a:srgbClr val="ECF4FB"/>
          </a:solidFill>
          <a:ln w="12700" cap="flat">
            <a:solidFill>
              <a:srgbClr val="BCC9D4"/>
            </a:solidFill>
            <a:miter/>
          </a:ln>
        </p:spPr>
      </p:sp>
      <p:sp>
        <p:nvSpPr>
          <p:cNvPr id="29" name="F1_0028_patch_22">
            <a:extLst>
              <a:ext uri="{FF2B5EF4-FFF2-40B4-BE49-F238E27FC236}">
                <a16:creationId id="{F48848E6-D8F9-4307-944B-0668E8440316}"/>
              </a:ext>
            </a:extLst>
          </p:cNvPr>
          <p:cNvSpPr>
            <a:spLocks/>
          </p:cNvSpPr>
          <p:nvPr/>
        </p:nvSpPr>
        <p:spPr>
          <a:xfrm>
            <a:off x="3864081" y="2816352"/>
            <a:ext cx="1842350" cy="402336"/>
          </a:xfrm>
          <a:custGeom>
            <a:avLst/>
            <a:gdLst/>
            <a:ahLst/>
            <a:cxnLst/>
            <a:rect l="0" t="0" r="1700784" b="402336"/>
            <a:pathLst>
              <a:path w="1700784" h="402336">
                <a:moveTo>
                  <a:pt x="45720" y="0"/>
                </a:moveTo>
                <a:lnTo>
                  <a:pt x="1655064" y="0"/>
                </a:lnTo>
                <a:quadBezTo>
                  <a:pt x="1700784" y="0"/>
                  <a:pt x="1700784" y="45720"/>
                </a:quadBezTo>
                <a:lnTo>
                  <a:pt x="1700784" y="356616"/>
                </a:lnTo>
                <a:quadBezTo>
                  <a:pt x="1700784" y="402336"/>
                  <a:pt x="1655064" y="402336"/>
                </a:quadBezTo>
                <a:lnTo>
                  <a:pt x="45720" y="402336"/>
                </a:lnTo>
                <a:quadBezTo>
                  <a:pt x="0" y="402336"/>
                  <a:pt x="0" y="356616"/>
                </a:quadBezTo>
                <a:lnTo>
                  <a:pt x="0" y="45720"/>
                </a:lnTo>
                <a:quadBezTo>
                  <a:pt x="0" y="0"/>
                  <a:pt x="45720" y="0"/>
                </a:quadBezTo>
                <a:close/>
              </a:path>
            </a:pathLst>
          </a:custGeom>
          <a:solidFill>
            <a:srgbClr val="F1F5F7"/>
          </a:solidFill>
          <a:ln w="12700" cap="flat">
            <a:solidFill>
              <a:srgbClr val="86A6C3"/>
            </a:solidFill>
            <a:miter/>
          </a:ln>
        </p:spPr>
      </p:sp>
      <p:sp>
        <p:nvSpPr>
          <p:cNvPr id="621" name="F1_0620_line2d_1">
            <a:extLst>
              <a:ext uri="{FF2B5EF4-FFF2-40B4-BE49-F238E27FC236}">
                <a16:creationId id="{BE5C0A01-F26F-4416-B579-246E9269703F}"/>
              </a:ext>
            </a:extLst>
          </p:cNvPr>
          <p:cNvSpPr>
            <a:spLocks/>
          </p:cNvSpPr>
          <p:nvPr/>
        </p:nvSpPr>
        <p:spPr>
          <a:xfrm>
            <a:off x="2137841" y="1700784"/>
            <a:ext cx="1850054" cy="127"/>
          </a:xfrm>
          <a:custGeom>
            <a:avLst/>
            <a:gdLst/>
            <a:ahLst/>
            <a:cxnLst/>
            <a:rect l="0" t="0" r="1707895" b="127"/>
            <a:pathLst>
              <a:path w="1707896" h="127" fill="none">
                <a:moveTo>
                  <a:pt x="0" y="0"/>
                </a:moveTo>
                <a:lnTo>
                  <a:pt x="1707896" y="0"/>
                </a:lnTo>
              </a:path>
            </a:pathLst>
          </a:custGeom>
          <a:noFill/>
          <a:ln w="13970" cap="flat">
            <a:solidFill>
              <a:srgbClr val="C2B3DA"/>
            </a:solidFill>
            <a:custDash>
              <a:ds d="240000" sp="200000"/>
            </a:custDash>
            <a:round/>
          </a:ln>
        </p:spPr>
      </p:sp>
      <p:grpSp>
        <p:nvGrpSpPr>
          <p:cNvPr id="10014" name="ΔF"/>
          <p:cNvGrpSpPr/>
          <p:nvPr/>
        </p:nvGrpSpPr>
        <p:grpSpPr>
          <a:xfrm>
            <a:off x="2822587" y="884121"/>
            <a:ext cx="490224" cy="511572"/>
            <a:chOff x="2585390" y="884121"/>
            <a:chExt cx="452555" cy="511572"/>
          </a:xfrm>
        </p:grpSpPr>
        <mc:AlternateContent>
          <mc:Choice Requires="a14">
            <p:sp>
              <p:nvSpPr>
                <p:cNvPr id="20030" name="Equation ΔF" descr="ΔF"/>
                <p:cNvSpPr txBox="1"/>
                <p:nvPr/>
              </p:nvSpPr>
              <p:spPr>
                <a:xfrm>
                  <a:off x="2585390" y="854073"/>
                  <a:ext cx="516055" cy="891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>
                    <a:defRPr lang="en-US" sz="2600" b="0" i="0" smtClean="0">
                      <a:solidFill>
                        <a:srgbClr val="20252B"/>
                      </a:solidFill>
                      <a:latin typeface="Cambria Math" charset="0"/>
                      <a:ea typeface="Cambria Math" charset="0"/>
                      <a:cs typeface="Cambria Math" charset="0"/>
                    </a:defRPr>
                  </a:pPr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>
                            <m:sty m:val="p"/>
                          </m:rPr>
                          <a:rPr lang="en-US" sz="2600" b="0" i="0" smtClean="0">
                            <a:solidFill>
                              <a:srgbClr val="20252B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Δ</m:t>
                        </m:r>
                        <m:r>
                          <a:rPr lang="en-US" sz="2600" b="0" i="1" smtClean="0">
                            <a:solidFill>
                              <a:srgbClr val="20252B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𝐹</m:t>
                        </m:r>
                      </m:oMath>
                    </m:oMathPara>
                  </a14:m>
                  <a:endParaRPr lang="en-US" sz="2600" b="0" i="0">
                    <a:solidFill>
                      <a:srgbClr val="20252B"/>
                    </a:solidFill>
                    <a:latin typeface="Cambria Math" charset="0"/>
                    <a:ea typeface="Cambria Math" charset="0"/>
                    <a:cs typeface="Cambria Math" charset="0"/>
                  </a:endParaRPr>
                </a:p>
              </p:txBody>
            </p:sp>
          </mc:Choice>
          <mc:Fallback>
            <p:sp>
              <p:nvSpPr>
                <p:cNvPr id="20030" name="Equation ΔF" descr="ΔF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5390" y="854073"/>
                  <a:ext cx="516055" cy="89154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>
        <mc:Choice Requires="a14">
          <p:sp>
            <p:nvSpPr>
              <p:cNvPr id="20031" name="Equation +" descr="+"/>
              <p:cNvSpPr txBox="1"/>
              <p:nvPr/>
            </p:nvSpPr>
            <p:spPr>
              <a:xfrm>
                <a:off x="2239614" y="1122528"/>
                <a:ext cx="275230" cy="7200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>
                  <a:defRPr lang="en-US" sz="2100" b="0" i="0" smtClean="0">
                    <a:solidFill>
                      <a:srgbClr val="657581"/>
                    </a:solidFill>
                    <a:latin typeface="Cambria Math" charset="0"/>
                    <a:ea typeface="Cambria Math" charset="0"/>
                    <a:cs typeface="Cambria Math" charset="0"/>
                  </a:defRPr>
                </a:pPr>
                <a14:m>
                  <m:oMathPara>
                    <m:oMathParaPr>
                      <m:jc m:val="centerGroup"/>
                    </m:oMathParaPr>
                    <m:oMath>
                      <m:r>
                        <a:rPr lang="en-US" sz="2100" b="0" i="0" smtClean="0">
                          <a:solidFill>
                            <a:srgbClr val="65758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</m:oMath>
                  </m:oMathPara>
                </a14:m>
                <a:endParaRPr lang="en-US" sz="2100" b="0" i="0">
                  <a:solidFill>
                    <a:srgbClr val="657581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>
          <p:sp>
            <p:nvSpPr>
              <p:cNvPr id="20031" name="Equation +" descr="+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614" y="1122528"/>
                <a:ext cx="275230" cy="720090"/>
              </a:xfrm>
              <a:prstGeom prst="rect">
                <a:avLst/>
              </a:prstGeom>
              <a:blipFill>
                <a:blip r:embed="rId10"/>
                <a:stretch>
                  <a:fillRect l="-17391" r="-152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6" name="Equation minus" descr="−"/>
          <p:cNvSpPr txBox="1"/>
          <p:nvPr/>
        </p:nvSpPr>
        <p:spPr>
          <a:xfrm>
            <a:off x="3644712" y="1122528"/>
            <a:ext cx="275230" cy="7200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lang="en-US" sz="2100" b="0" i="0" smtClean="0">
                <a:solidFill>
                  <a:srgbClr val="657581"/>
                </a:solidFill>
                <a:latin typeface="Cambria Math" charset="0"/>
                <a:ea typeface="Cambria Math" charset="0"/>
                <a:cs typeface="Cambria Math" charset="0"/>
              </a:defRPr>
            </a:pPr>
            <a14:m>
              <m:oMathPara>
                <m:oMathParaPr>
                  <m:jc m:val="centerGroup"/>
                </m:oMathParaPr>
                <m:oMath>
                  <m:r>
                    <a:rPr lang="en-US" sz="2100" b="0" i="0" smtClean="0">
                      <a:solidFill>
                        <a:srgbClr val="657581"/>
                      </a:solidFill>
                      <a:latin typeface="Cambria Math" charset="0"/>
                      <a:ea typeface="Cambria Math" charset="0"/>
                      <a:cs typeface="Cambria Math" charset="0"/>
                    </a:rPr>
                    <m:t>−</m:t>
                  </m:r>
                </m:oMath>
              </m:oMathPara>
            </a14:m>
            <a:endParaRPr lang="en-US" sz="2100" b="0" i="0">
              <a:solidFill>
                <a:srgbClr val="657581"/>
              </a:solidFill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667" name="F1_0666_text_24" descr="Later layers">
            <a:extLst>
              <a:ext uri="{FF2B5EF4-FFF2-40B4-BE49-F238E27FC236}">
                <a16:creationId id="{7FBCEE7B-0F81-472E-815A-289F1A1682E8}"/>
              </a:ext>
            </a:extLst>
          </p:cNvPr>
          <p:cNvSpPr>
            <a:spLocks/>
          </p:cNvSpPr>
          <p:nvPr/>
        </p:nvSpPr>
        <p:spPr>
          <a:xfrm>
            <a:off x="673978" y="1512163"/>
            <a:ext cx="1345616" cy="2996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lang="en-US" sz="2040" b="0" i="0" kern="1200" spc="0" dirty="0">
                <a:solidFill>
                  <a:srgbClr val="20252B"/>
                </a:solidFill>
                <a:latin typeface="TimesNewRomanPSMT"/>
                <a:ea typeface="TimesNewRomanPSMT"/>
                <a:cs typeface="TimesNewRomanPSMT"/>
              </a:defRPr>
            </a:pPr>
            <a:r>
              <a:rPr lang="en-US" sz="2040" b="0" i="0" kern="1200" spc="0" dirty="0">
                <a:solidFill>
                  <a:srgbClr val="20252B"/>
                </a:solidFill>
                <a:latin typeface="TimesNewRomanPSMT"/>
                <a:ea typeface="TimesNewRomanPSMT"/>
                <a:cs typeface="TimesNewRomanPSMT"/>
              </a:rPr>
              <a:t>Later layers</a:t>
            </a:r>
          </a:p>
        </p:txBody>
      </p:sp>
      <p:grpSp>
        <p:nvGrpSpPr>
          <p:cNvPr id="10015" name="Operation f"/>
          <p:cNvGrpSpPr/>
          <p:nvPr/>
        </p:nvGrpSpPr>
        <p:grpSpPr>
          <a:xfrm>
            <a:off x="704247" y="2160180"/>
            <a:ext cx="1282424" cy="436362"/>
            <a:chOff x="629824" y="2160180"/>
            <a:chExt cx="1183882" cy="436362"/>
          </a:xfrm>
        </p:grpSpPr>
        <mc:AlternateContent>
          <mc:Choice Requires="a14">
            <p:sp>
              <p:nvSpPr>
                <p:cNvPr id="20057" name="Operation f (original)"/>
                <p:cNvSpPr txBox="1"/>
                <p:nvPr/>
              </p:nvSpPr>
              <p:spPr>
                <a:xfrm>
                  <a:off x="629824" y="2160180"/>
                  <a:ext cx="1445097" cy="70839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>
                    <a:defRPr lang="en-US" sz="2040" b="0" i="0" kern="1200" spc="0" dirty="0">
                      <a:solidFill>
                        <a:srgbClr val="20252B"/>
                      </a:solidFill>
                      <a:latin typeface="TimesNewRomanPSMT"/>
                      <a:ea typeface="TimesNewRomanPSMT"/>
                      <a:cs typeface="TimesNewRomanPSMT"/>
                    </a:defRPr>
                  </a:pPr>
                  <a:r>
                    <a:rPr lang="en-US" sz="2040" b="0" i="0" kern="1200" spc="0" dirty="0">
                      <a:solidFill>
                        <a:srgbClr val="20252B"/>
                      </a:solidFill>
                      <a:latin typeface="TimesNewRomanPSMT"/>
                      <a:ea typeface="TimesNewRomanPSMT"/>
                      <a:cs typeface="TimesNewRomanPSMT"/>
                    </a:rPr>
                    <a:t>Operation </a:t>
                  </a:r>
                  <a14:m>
                    <m:oMath>
                      <m:r>
                        <a:rPr lang="en-US" sz="2040" b="0" i="1" smtClean="0">
                          <a:solidFill>
                            <a:srgbClr val="20252B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𝑓</m:t>
                      </m:r>
                    </m:oMath>
                  </a14:m>
                  <a:endParaRPr lang="en-US" sz="2040" b="0" i="0" kern="1200" spc="0" dirty="0">
                    <a:solidFill>
                      <a:srgbClr val="20252B"/>
                    </a:solidFill>
                    <a:latin typeface="TimesNewRomanPSMT"/>
                    <a:ea typeface="TimesNewRomanPSMT"/>
                    <a:cs typeface="TimesNewRomanPSMT"/>
                  </a:endParaRPr>
                </a:p>
              </p:txBody>
            </p:sp>
          </mc:Choice>
          <mc:Fallback>
            <p:sp>
              <p:nvSpPr>
                <p:cNvPr id="20057" name="Operation f (original)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824" y="2160180"/>
                  <a:ext cx="1445097" cy="708391"/>
                </a:xfrm>
                <a:prstGeom prst="rect">
                  <a:avLst/>
                </a:prstGeom>
                <a:blipFill>
                  <a:blip r:embed="rId11"/>
                  <a:stretch>
                    <a:fillRect l="-10156" t="-102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0" name="F1_0669_text_26" descr="Later layers">
            <a:extLst>
              <a:ext uri="{FF2B5EF4-FFF2-40B4-BE49-F238E27FC236}">
                <a16:creationId id="{4591887A-9EC2-4FF1-AD0B-D14EF9BEB388}"/>
              </a:ext>
            </a:extLst>
          </p:cNvPr>
          <p:cNvSpPr>
            <a:spLocks/>
          </p:cNvSpPr>
          <p:nvPr/>
        </p:nvSpPr>
        <p:spPr>
          <a:xfrm>
            <a:off x="4118755" y="1512163"/>
            <a:ext cx="1345616" cy="2996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lang="en-US" sz="2040" b="0" i="0" kern="1200" spc="0" dirty="0">
                <a:solidFill>
                  <a:srgbClr val="20252B"/>
                </a:solidFill>
                <a:latin typeface="TimesNewRomanPSMT"/>
                <a:ea typeface="TimesNewRomanPSMT"/>
                <a:cs typeface="TimesNewRomanPSMT"/>
              </a:defRPr>
            </a:pPr>
            <a:r>
              <a:rPr lang="en-US" sz="2040" b="0" i="0" kern="1200" spc="0" dirty="0">
                <a:solidFill>
                  <a:srgbClr val="20252B"/>
                </a:solidFill>
                <a:latin typeface="TimesNewRomanPSMT"/>
                <a:ea typeface="TimesNewRomanPSMT"/>
                <a:cs typeface="TimesNewRomanPSMT"/>
              </a:rPr>
              <a:t>Later layers</a:t>
            </a:r>
          </a:p>
        </p:txBody>
      </p:sp>
      <p:grpSp>
        <p:nvGrpSpPr>
          <p:cNvPr id="10016" name="Operation f"/>
          <p:cNvGrpSpPr/>
          <p:nvPr/>
        </p:nvGrpSpPr>
        <p:grpSpPr>
          <a:xfrm>
            <a:off x="4149024" y="2160180"/>
            <a:ext cx="1282424" cy="436362"/>
            <a:chOff x="3809904" y="2160180"/>
            <a:chExt cx="1183882" cy="436362"/>
          </a:xfrm>
        </p:grpSpPr>
        <mc:AlternateContent>
          <mc:Choice Requires="a14">
            <p:sp>
              <p:nvSpPr>
                <p:cNvPr id="20058" name="Operation f (reference)"/>
                <p:cNvSpPr txBox="1"/>
                <p:nvPr/>
              </p:nvSpPr>
              <p:spPr>
                <a:xfrm>
                  <a:off x="3809904" y="2160180"/>
                  <a:ext cx="1445097" cy="70839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>
                    <a:defRPr lang="en-US" sz="2040" b="0" i="0" kern="1200" spc="0" dirty="0">
                      <a:solidFill>
                        <a:srgbClr val="20252B"/>
                      </a:solidFill>
                      <a:latin typeface="TimesNewRomanPSMT"/>
                      <a:ea typeface="TimesNewRomanPSMT"/>
                      <a:cs typeface="TimesNewRomanPSMT"/>
                    </a:defRPr>
                  </a:pPr>
                  <a:r>
                    <a:rPr lang="en-US" sz="2040" b="0" i="0" kern="1200" spc="0" dirty="0">
                      <a:solidFill>
                        <a:srgbClr val="20252B"/>
                      </a:solidFill>
                      <a:latin typeface="TimesNewRomanPSMT"/>
                      <a:ea typeface="TimesNewRomanPSMT"/>
                      <a:cs typeface="TimesNewRomanPSMT"/>
                    </a:rPr>
                    <a:t>Operation </a:t>
                  </a:r>
                  <a14:m>
                    <m:oMath>
                      <m:r>
                        <a:rPr lang="en-US" sz="2040" b="0" i="1" smtClean="0">
                          <a:solidFill>
                            <a:srgbClr val="20252B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𝑓</m:t>
                      </m:r>
                    </m:oMath>
                  </a14:m>
                  <a:endParaRPr lang="en-US" sz="2040" b="0" i="0" kern="1200" spc="0" dirty="0">
                    <a:solidFill>
                      <a:srgbClr val="20252B"/>
                    </a:solidFill>
                    <a:latin typeface="TimesNewRomanPSMT"/>
                    <a:ea typeface="TimesNewRomanPSMT"/>
                    <a:cs typeface="TimesNewRomanPSMT"/>
                  </a:endParaRPr>
                </a:p>
              </p:txBody>
            </p:sp>
          </mc:Choice>
          <mc:Fallback>
            <p:sp>
              <p:nvSpPr>
                <p:cNvPr id="20058" name="Operation f (reference)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9904" y="2160180"/>
                  <a:ext cx="1445097" cy="708391"/>
                </a:xfrm>
                <a:prstGeom prst="rect">
                  <a:avLst/>
                </a:prstGeom>
                <a:blipFill>
                  <a:blip r:embed="rId12"/>
                  <a:stretch>
                    <a:fillRect l="-10156" t="-102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3" name="F1_0672_text_28" descr="Forward">
            <a:extLst>
              <a:ext uri="{FF2B5EF4-FFF2-40B4-BE49-F238E27FC236}">
                <a16:creationId id="{96630C7D-B10E-4913-ADE8-2E108EB2F2D8}"/>
              </a:ext>
            </a:extLst>
          </p:cNvPr>
          <p:cNvSpPr>
            <a:spLocks/>
          </p:cNvSpPr>
          <p:nvPr/>
        </p:nvSpPr>
        <p:spPr>
          <a:xfrm rot="16200000">
            <a:off x="-227256" y="1907644"/>
            <a:ext cx="890389" cy="3245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lang="en-US" sz="2040" b="0" i="0" kern="1200" spc="0" dirty="0">
                <a:solidFill>
                  <a:srgbClr val="657581"/>
                </a:solidFill>
                <a:latin typeface="TimesNewRomanPSMT"/>
                <a:ea typeface="TimesNewRomanPSMT"/>
                <a:cs typeface="TimesNewRomanPSMT"/>
              </a:defRPr>
            </a:pPr>
            <a:r>
              <a:rPr lang="en-US" sz="2040" b="0" i="0" kern="1200" spc="0" dirty="0">
                <a:solidFill>
                  <a:srgbClr val="657581"/>
                </a:solidFill>
                <a:latin typeface="TimesNewRomanPSMT"/>
                <a:ea typeface="TimesNewRomanPSMT"/>
                <a:cs typeface="TimesNewRomanPSMT"/>
              </a:rPr>
              <a:t>Forward</a:t>
            </a:r>
          </a:p>
        </p:txBody>
      </p:sp>
      <p:grpSp>
        <p:nvGrpSpPr>
          <p:cNvPr id="10017" name="Build Df"/>
          <p:cNvGrpSpPr/>
          <p:nvPr/>
        </p:nvGrpSpPr>
        <p:grpSpPr>
          <a:xfrm>
            <a:off x="2579588" y="1919693"/>
            <a:ext cx="963830" cy="436362"/>
            <a:chOff x="2361063" y="1919693"/>
            <a:chExt cx="889769" cy="436362"/>
          </a:xfrm>
        </p:grpSpPr>
        <mc:AlternateContent>
          <mc:Choice Requires="a14">
            <p:sp>
              <p:nvSpPr>
                <p:cNvPr id="20059" name="Build D_f"/>
                <p:cNvSpPr txBox="1"/>
                <p:nvPr/>
              </p:nvSpPr>
              <p:spPr>
                <a:xfrm>
                  <a:off x="2361063" y="1919693"/>
                  <a:ext cx="1143769" cy="70839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>
                    <a:defRPr lang="en-US" sz="2040" b="0" i="0" kern="1200" spc="0" dirty="0">
                      <a:solidFill>
                        <a:srgbClr val="67448F"/>
                      </a:solidFill>
                      <a:latin typeface="TimesNewRomanPSMT"/>
                      <a:ea typeface="TimesNewRomanPSMT"/>
                      <a:cs typeface="TimesNewRomanPSMT"/>
                    </a:defRPr>
                  </a:pPr>
                  <a:r>
                    <a:rPr lang="en-US" sz="2040" b="0" i="0" kern="1200" spc="0" dirty="0">
                      <a:solidFill>
                        <a:srgbClr val="67448F"/>
                      </a:solidFill>
                      <a:latin typeface="TimesNewRomanPSMT"/>
                      <a:ea typeface="TimesNewRomanPSMT"/>
                      <a:cs typeface="TimesNewRomanPSMT"/>
                    </a:rPr>
                    <a:t>Build </a:t>
                  </a:r>
                  <a14:m>
                    <m:oMath>
                      <m:sSub>
                        <m:sSubPr>
                          <m:ctrlPr>
                            <a:rPr lang="en-US" sz="2040" b="0" i="1" smtClean="0">
                              <a:solidFill>
                                <a:srgbClr val="67448F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2040" b="0" i="1" smtClean="0">
                              <a:solidFill>
                                <a:srgbClr val="67448F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en-US" sz="2040" b="0" i="1" smtClean="0">
                              <a:solidFill>
                                <a:srgbClr val="67448F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𝑓</m:t>
                          </m:r>
                        </m:sub>
                      </m:sSub>
                    </m:oMath>
                  </a14:m>
                  <a:endParaRPr lang="en-US" sz="2040" b="0" i="0" kern="1200" spc="0" dirty="0">
                    <a:solidFill>
                      <a:srgbClr val="67448F"/>
                    </a:solidFill>
                    <a:latin typeface="TimesNewRomanPSMT"/>
                    <a:ea typeface="TimesNewRomanPSMT"/>
                    <a:cs typeface="TimesNewRomanPSMT"/>
                  </a:endParaRPr>
                </a:p>
              </p:txBody>
            </p:sp>
          </mc:Choice>
          <mc:Fallback>
            <p:sp>
              <p:nvSpPr>
                <p:cNvPr id="20059" name="Build D_f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1063" y="1919693"/>
                  <a:ext cx="1143769" cy="708391"/>
                </a:xfrm>
                <a:prstGeom prst="rect">
                  <a:avLst/>
                </a:prstGeom>
                <a:blipFill>
                  <a:blip r:embed="rId13"/>
                  <a:stretch>
                    <a:fillRect l="-12315" t="-1034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018" name="⊤Apply Df"/>
          <p:cNvGrpSpPr/>
          <p:nvPr/>
        </p:nvGrpSpPr>
        <p:grpSpPr>
          <a:xfrm>
            <a:off x="2457507" y="2331471"/>
            <a:ext cx="1179116" cy="451600"/>
            <a:chOff x="2248363" y="2331471"/>
            <a:chExt cx="1088513" cy="451600"/>
          </a:xfrm>
        </p:grpSpPr>
        <mc:AlternateContent>
          <mc:Choice Requires="a14">
            <p:sp>
              <p:nvSpPr>
                <p:cNvPr id="20060" name="Apply D_f transpose"/>
                <p:cNvSpPr txBox="1"/>
                <p:nvPr/>
              </p:nvSpPr>
              <p:spPr>
                <a:xfrm>
                  <a:off x="2248363" y="2331471"/>
                  <a:ext cx="1342513" cy="70839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>
                    <a:defRPr lang="en-US" sz="2040" b="0" i="0" kern="1200" spc="0" dirty="0">
                      <a:solidFill>
                        <a:srgbClr val="67448F"/>
                      </a:solidFill>
                      <a:latin typeface="TimesNewRomanPSMT"/>
                      <a:ea typeface="TimesNewRomanPSMT"/>
                      <a:cs typeface="TimesNewRomanPSMT"/>
                    </a:defRPr>
                  </a:pPr>
                  <a:r>
                    <a:rPr lang="en-US" sz="2040" b="0" i="0" kern="1200" spc="0" dirty="0">
                      <a:solidFill>
                        <a:srgbClr val="67448F"/>
                      </a:solidFill>
                      <a:latin typeface="TimesNewRomanPSMT"/>
                      <a:ea typeface="TimesNewRomanPSMT"/>
                      <a:cs typeface="TimesNewRomanPSMT"/>
                    </a:rPr>
                    <a:t>Apply </a:t>
                  </a:r>
                  <a14:m>
                    <m:oMath>
                      <m:sSubSup>
                        <m:sSubSupPr>
                          <m:ctrlPr>
                            <a:rPr lang="en-US" sz="2040" b="0" i="1" smtClean="0">
                              <a:solidFill>
                                <a:srgbClr val="67448F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SupPr>
                        <m:e>
                          <m:r>
                            <a:rPr lang="en-US" sz="2040" b="0" i="1" smtClean="0">
                              <a:solidFill>
                                <a:srgbClr val="67448F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en-US" sz="2040" b="0" i="1" smtClean="0">
                              <a:solidFill>
                                <a:srgbClr val="67448F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𝑓</m:t>
                          </m:r>
                        </m:sub>
                        <m:sup>
                          <m:r>
                            <a:rPr lang="en-US" sz="2040" b="0" i="0" smtClean="0">
                              <a:solidFill>
                                <a:srgbClr val="67448F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⊤</m:t>
                          </m:r>
                        </m:sup>
                      </m:sSubSup>
                    </m:oMath>
                  </a14:m>
                  <a:endParaRPr lang="en-US" sz="2040" b="0" i="0" kern="1200" spc="0" dirty="0">
                    <a:solidFill>
                      <a:srgbClr val="67448F"/>
                    </a:solidFill>
                    <a:latin typeface="TimesNewRomanPSMT"/>
                    <a:ea typeface="TimesNewRomanPSMT"/>
                    <a:cs typeface="TimesNewRomanPSMT"/>
                  </a:endParaRPr>
                </a:p>
              </p:txBody>
            </p:sp>
          </mc:Choice>
          <mc:Fallback>
            <p:sp>
              <p:nvSpPr>
                <p:cNvPr id="20060" name="Apply D_f transpose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8363" y="2331471"/>
                  <a:ext cx="1342513" cy="708391"/>
                </a:xfrm>
                <a:prstGeom prst="rect">
                  <a:avLst/>
                </a:prstGeom>
                <a:blipFill>
                  <a:blip r:embed="rId14"/>
                  <a:stretch>
                    <a:fillRect l="-10460" t="-8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85" name="F1_0684_text_33" descr="EOS EOS ...">
            <a:extLst>
              <a:ext uri="{FF2B5EF4-FFF2-40B4-BE49-F238E27FC236}">
                <a16:creationId id="{7F0EDF27-FEF2-4BAE-B395-EA2B342D41AE}"/>
              </a:ext>
            </a:extLst>
          </p:cNvPr>
          <p:cNvSpPr>
            <a:spLocks/>
          </p:cNvSpPr>
          <p:nvPr/>
        </p:nvSpPr>
        <p:spPr>
          <a:xfrm>
            <a:off x="4069253" y="2867140"/>
            <a:ext cx="1423860" cy="2996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lang="en-US" sz="2040" b="0" i="0" kern="1200" spc="0" dirty="0">
                <a:solidFill>
                  <a:srgbClr val="20252B"/>
                </a:solidFill>
                <a:latin typeface="TimesNewRomanPSMT"/>
                <a:ea typeface="TimesNewRomanPSMT"/>
                <a:cs typeface="TimesNewRomanPSMT"/>
              </a:defRPr>
            </a:pPr>
            <a:r>
              <a:rPr lang="en-US" sz="2040" b="0" i="0" kern="1200" spc="0" dirty="0">
                <a:solidFill>
                  <a:srgbClr val="20252B"/>
                </a:solidFill>
                <a:latin typeface="TimesNewRomanPSMT"/>
                <a:ea typeface="TimesNewRomanPSMT"/>
                <a:cs typeface="TimesNewRomanPSMT"/>
              </a:rPr>
              <a:t>EOS EOS ...</a:t>
            </a:r>
          </a:p>
        </p:txBody>
      </p:sp>
      <p:sp>
        <p:nvSpPr>
          <p:cNvPr id="686" name="F1_0685_text_34" descr="source words">
            <a:extLst>
              <a:ext uri="{FF2B5EF4-FFF2-40B4-BE49-F238E27FC236}">
                <a16:creationId id="{5F573EA9-3764-46A8-9078-28C5D3639581}"/>
              </a:ext>
            </a:extLst>
          </p:cNvPr>
          <p:cNvSpPr>
            <a:spLocks/>
          </p:cNvSpPr>
          <p:nvPr/>
        </p:nvSpPr>
        <p:spPr>
          <a:xfrm>
            <a:off x="578766" y="2851596"/>
            <a:ext cx="1502103" cy="2996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lang="en-US" sz="2040" b="0" i="0" kern="1200" spc="0" dirty="0">
                <a:solidFill>
                  <a:srgbClr val="245C89"/>
                </a:solidFill>
                <a:latin typeface="TimesNewRomanPSMT"/>
                <a:ea typeface="TimesNewRomanPSMT"/>
                <a:cs typeface="TimesNewRomanPSMT"/>
              </a:defRPr>
            </a:pPr>
            <a:r>
              <a:rPr lang="en-US" sz="2040" b="0" i="0" kern="1200" spc="0" dirty="0">
                <a:solidFill>
                  <a:srgbClr val="245C89"/>
                </a:solidFill>
                <a:latin typeface="TimesNewRomanPSMT"/>
                <a:ea typeface="TimesNewRomanPSMT"/>
                <a:cs typeface="TimesNewRomanPSMT"/>
              </a:rPr>
              <a:t>source words</a:t>
            </a:r>
          </a:p>
        </p:txBody>
      </p:sp>
      <p:grpSp>
        <p:nvGrpSpPr>
          <p:cNvPr id="10020" name="Reference x0"/>
          <p:cNvGrpSpPr/>
          <p:nvPr/>
        </p:nvGrpSpPr>
        <p:grpSpPr>
          <a:xfrm>
            <a:off x="4141804" y="3329582"/>
            <a:ext cx="1357077" cy="412552"/>
            <a:chOff x="628254" y="3340305"/>
            <a:chExt cx="1252800" cy="412552"/>
          </a:xfrm>
        </p:grpSpPr>
        <mc:AlternateContent>
          <mc:Choice Requires="a14">
            <p:sp>
              <p:nvSpPr>
                <p:cNvPr id="20062" name="Reference x_0"/>
                <p:cNvSpPr txBox="1"/>
                <p:nvPr/>
              </p:nvSpPr>
              <p:spPr>
                <a:xfrm>
                  <a:off x="628254" y="3325370"/>
                  <a:ext cx="1506800" cy="69951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>
                    <a:defRPr lang="en-US" sz="2040" b="0" i="0" kern="1200" spc="0" dirty="0">
                      <a:solidFill>
                        <a:srgbClr val="20252B"/>
                      </a:solidFill>
                      <a:latin typeface="TimesNewRomanPSMT"/>
                      <a:ea typeface="TimesNewRomanPSMT"/>
                      <a:cs typeface="TimesNewRomanPSMT"/>
                    </a:defRPr>
                  </a:pPr>
                  <a:r>
                    <a:rPr lang="en-US" sz="2040" b="0" i="0" kern="1200" spc="0" dirty="0">
                      <a:solidFill>
                        <a:srgbClr val="20252B"/>
                      </a:solidFill>
                      <a:latin typeface="TimesNewRomanPSMT"/>
                      <a:ea typeface="TimesNewRomanPSMT"/>
                      <a:cs typeface="TimesNewRomanPSMT"/>
                    </a:rPr>
                    <a:t>Reference </a:t>
                  </a:r>
                  <a14:m>
                    <m:oMath>
                      <m:sSub>
                        <m:sSubPr>
                          <m:ctrlPr>
                            <a:rPr lang="en-US" sz="2040" b="0" i="1" smtClean="0">
                              <a:solidFill>
                                <a:srgbClr val="20252B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2040" b="0" i="1" smtClean="0">
                              <a:solidFill>
                                <a:srgbClr val="20252B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2040" b="0" i="0" smtClean="0">
                              <a:solidFill>
                                <a:srgbClr val="20252B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en-US" sz="2040" b="0" i="0" kern="1200" spc="0" dirty="0">
                    <a:solidFill>
                      <a:srgbClr val="20252B"/>
                    </a:solidFill>
                    <a:latin typeface="TimesNewRomanPSMT"/>
                    <a:ea typeface="TimesNewRomanPSMT"/>
                    <a:cs typeface="TimesNewRomanPSMT"/>
                  </a:endParaRPr>
                </a:p>
              </p:txBody>
            </p:sp>
          </mc:Choice>
          <mc:Fallback>
            <p:sp>
              <p:nvSpPr>
                <p:cNvPr id="20062" name="Reference x_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254" y="3325370"/>
                  <a:ext cx="1506800" cy="699516"/>
                </a:xfrm>
                <a:prstGeom prst="rect">
                  <a:avLst/>
                </a:prstGeom>
                <a:blipFill>
                  <a:blip r:embed="rId15"/>
                  <a:stretch>
                    <a:fillRect l="-9328" t="-105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021" name="Original x1"/>
          <p:cNvGrpSpPr/>
          <p:nvPr/>
        </p:nvGrpSpPr>
        <p:grpSpPr>
          <a:xfrm>
            <a:off x="799797" y="3315363"/>
            <a:ext cx="1142298" cy="436417"/>
            <a:chOff x="3822858" y="3316693"/>
            <a:chExt cx="1054523" cy="436417"/>
          </a:xfrm>
        </p:grpSpPr>
        <mc:AlternateContent>
          <mc:Choice Requires="a14">
            <p:sp>
              <p:nvSpPr>
                <p:cNvPr id="20063" name="Original x_1"/>
                <p:cNvSpPr txBox="1"/>
                <p:nvPr/>
              </p:nvSpPr>
              <p:spPr>
                <a:xfrm>
                  <a:off x="3822858" y="3316693"/>
                  <a:ext cx="1308523" cy="7084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>
                    <a:defRPr lang="en-US" sz="2040" b="0" i="0" kern="1200" spc="0" dirty="0">
                      <a:solidFill>
                        <a:srgbClr val="245C89"/>
                      </a:solidFill>
                      <a:latin typeface="TimesNewRomanPSMT"/>
                      <a:ea typeface="TimesNewRomanPSMT"/>
                      <a:cs typeface="TimesNewRomanPSMT"/>
                    </a:defRPr>
                  </a:pPr>
                  <a:r>
                    <a:rPr lang="en-US" sz="2040" b="0" i="0" kern="1200" spc="0" dirty="0">
                      <a:solidFill>
                        <a:srgbClr val="245C89"/>
                      </a:solidFill>
                      <a:latin typeface="TimesNewRomanPSMT"/>
                      <a:ea typeface="TimesNewRomanPSMT"/>
                      <a:cs typeface="TimesNewRomanPSMT"/>
                    </a:rPr>
                    <a:t>Original </a:t>
                  </a:r>
                  <a14:m>
                    <m:oMath>
                      <m:sSub>
                        <m:sSubPr>
                          <m:ctrlPr>
                            <a:rPr lang="en-US" sz="2040" b="0" i="1" smtClean="0">
                              <a:solidFill>
                                <a:srgbClr val="245C89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2040" b="0" i="1" smtClean="0">
                              <a:solidFill>
                                <a:srgbClr val="245C89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2040" b="0" i="0" smtClean="0">
                              <a:solidFill>
                                <a:srgbClr val="245C89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sz="2040" b="0" i="0" kern="1200" spc="0" dirty="0">
                    <a:solidFill>
                      <a:srgbClr val="245C89"/>
                    </a:solidFill>
                    <a:latin typeface="TimesNewRomanPSMT"/>
                    <a:ea typeface="TimesNewRomanPSMT"/>
                    <a:cs typeface="TimesNewRomanPSMT"/>
                  </a:endParaRPr>
                </a:p>
              </p:txBody>
            </p:sp>
          </mc:Choice>
          <mc:Fallback>
            <p:sp>
              <p:nvSpPr>
                <p:cNvPr id="20063" name="Original x_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2858" y="3316693"/>
                  <a:ext cx="1308523" cy="708446"/>
                </a:xfrm>
                <a:prstGeom prst="rect">
                  <a:avLst/>
                </a:prstGeom>
                <a:blipFill>
                  <a:blip r:embed="rId16"/>
                  <a:stretch>
                    <a:fillRect l="-10730" t="-1034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>
        <mc:Choice Requires="a14">
          <p:sp>
            <p:nvSpPr>
              <p:cNvPr id="20061" name="Secant slope m_e_i"/>
              <p:cNvSpPr txBox="1"/>
              <p:nvPr/>
            </p:nvSpPr>
            <p:spPr>
              <a:xfrm>
                <a:off x="2135636" y="3330595"/>
                <a:ext cx="2869050" cy="82296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noAutofit/>
              </a:bodyPr>
              <a:lstStyle/>
              <a:p>
                <a:pPr algn="l">
                  <a:defRPr lang="en-US" sz="2040" b="1" i="0" kern="1200" spc="0" dirty="0">
                    <a:solidFill>
                      <a:srgbClr val="67448F"/>
                    </a:solidFill>
                    <a:latin typeface="TimesNewRomanPS-BoldMT"/>
                    <a:ea typeface="TimesNewRomanPS-BoldMT"/>
                    <a:cs typeface="TimesNewRomanPS-BoldMT"/>
                  </a:defRPr>
                </a:pPr>
                <a:r>
                  <a:rPr lang="en-US" sz="2040" b="1" dirty="0">
                    <a:solidFill>
                      <a:srgbClr val="67448F"/>
                    </a:solidFill>
                    <a:latin typeface="TimesNewRomanPS-BoldMT"/>
                    <a:ea typeface="TimesNewRomanPS-BoldMT"/>
                    <a:cs typeface="TimesNewRomanPS-BoldMT"/>
                  </a:rPr>
                  <a:t>S</a:t>
                </a:r>
                <a:r>
                  <a:rPr lang="en-US" sz="2040" b="1" i="0" kern="1200" spc="0" dirty="0">
                    <a:solidFill>
                      <a:srgbClr val="67448F"/>
                    </a:solidFill>
                    <a:latin typeface="TimesNewRomanPS-BoldMT"/>
                    <a:ea typeface="TimesNewRomanPS-BoldMT"/>
                    <a:cs typeface="TimesNewRomanPS-BoldMT"/>
                  </a:rPr>
                  <a:t>ecant slope</a:t>
                </a:r>
                <a:r>
                  <a:rPr lang="en-US" sz="2040" b="1" dirty="0">
                    <a:solidFill>
                      <a:srgbClr val="67448F"/>
                    </a:solidFill>
                    <a:latin typeface="TimesNewRomanPS-BoldMT"/>
                    <a:ea typeface="TimesNewRomanPS-BoldMT"/>
                    <a:cs typeface="TimesNewRomanPS-BoldMT"/>
                  </a:rPr>
                  <a:t> </a:t>
                </a:r>
                <a14:m>
                  <m:oMath>
                    <m:sSub>
                      <m:sSubPr>
                        <m:ctrlPr>
                          <a:rPr lang="en-US" sz="2400" b="0" i="1" smtClean="0">
                            <a:solidFill>
                              <a:srgbClr val="67448F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67448F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67448F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67448F"/>
                                </a:solidFill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67448F"/>
                                </a:solidFill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endParaRPr lang="en-US" sz="2040" b="1" dirty="0">
                  <a:solidFill>
                    <a:srgbClr val="67448F"/>
                  </a:solidFill>
                  <a:latin typeface="TimesNewRomanPS-BoldMT"/>
                  <a:ea typeface="TimesNewRomanPS-BoldMT"/>
                  <a:cs typeface="TimesNewRomanPS-BoldMT"/>
                </a:endParaRPr>
              </a:p>
            </p:txBody>
          </p:sp>
        </mc:Choice>
        <mc:Fallback>
          <p:sp>
            <p:nvSpPr>
              <p:cNvPr id="20061" name="Secant slope m_e_i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636" y="3330595"/>
                <a:ext cx="2869050" cy="822960"/>
              </a:xfrm>
              <a:prstGeom prst="rect">
                <a:avLst/>
              </a:prstGeom>
              <a:blipFill>
                <a:blip r:embed="rId17"/>
                <a:stretch>
                  <a:fillRect l="-5308" t="-3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4" name="F1_0673_text_29" descr="Forward">
            <a:extLst>
              <a:ext uri="{FF2B5EF4-FFF2-40B4-BE49-F238E27FC236}">
                <a16:creationId id="{DAD2062D-3263-47A0-A0D5-88A353EBA012}"/>
              </a:ext>
            </a:extLst>
          </p:cNvPr>
          <p:cNvSpPr>
            <a:spLocks/>
          </p:cNvSpPr>
          <p:nvPr/>
        </p:nvSpPr>
        <p:spPr>
          <a:xfrm rot="16200000">
            <a:off x="5270257" y="1927387"/>
            <a:ext cx="890389" cy="2850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lang="en-US" sz="2040" b="0" i="0" kern="1200" spc="0" dirty="0">
                <a:solidFill>
                  <a:srgbClr val="657581"/>
                </a:solidFill>
                <a:latin typeface="TimesNewRomanPSMT"/>
                <a:ea typeface="TimesNewRomanPSMT"/>
                <a:cs typeface="TimesNewRomanPSMT"/>
              </a:defRPr>
            </a:pPr>
            <a:r>
              <a:rPr lang="en-US" sz="2040" b="0" i="0" kern="1200" spc="0" dirty="0">
                <a:solidFill>
                  <a:srgbClr val="657581"/>
                </a:solidFill>
                <a:latin typeface="TimesNewRomanPSMT"/>
                <a:ea typeface="TimesNewRomanPSMT"/>
                <a:cs typeface="TimesNewRomanPSMT"/>
              </a:rPr>
              <a:t>Forward</a:t>
            </a:r>
          </a:p>
        </p:txBody>
      </p:sp>
      <p:sp>
        <p:nvSpPr>
          <p:cNvPr id="723" name="F1_0722_text_47" descr="Reverse-pass examples">
            <a:extLst>
              <a:ext uri="{FF2B5EF4-FFF2-40B4-BE49-F238E27FC236}">
                <a16:creationId id="{7656B2B3-5B3D-4764-AF62-BABA6B485768}"/>
              </a:ext>
            </a:extLst>
          </p:cNvPr>
          <p:cNvSpPr>
            <a:spLocks/>
          </p:cNvSpPr>
          <p:nvPr/>
        </p:nvSpPr>
        <p:spPr>
          <a:xfrm>
            <a:off x="6346045" y="143608"/>
            <a:ext cx="3015162" cy="37133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lang="en-US" sz="2550" b="1" i="0" kern="1200" spc="0" dirty="0">
                <a:solidFill>
                  <a:srgbClr val="20252B"/>
                </a:solidFill>
                <a:latin typeface="TimesNewRomanPS-BoldMT"/>
                <a:ea typeface="TimesNewRomanPS-BoldMT"/>
                <a:cs typeface="TimesNewRomanPS-BoldMT"/>
              </a:defRPr>
            </a:pPr>
            <a:r>
              <a:rPr lang="en-US" sz="2550" b="1" i="0" kern="1200" spc="0" dirty="0">
                <a:solidFill>
                  <a:srgbClr val="20252B"/>
                </a:solidFill>
                <a:latin typeface="TimesNewRomanPS-BoldMT"/>
                <a:ea typeface="TimesNewRomanPS-BoldMT"/>
                <a:cs typeface="TimesNewRomanPS-BoldMT"/>
              </a:rPr>
              <a:t>Reverse-pass examples</a:t>
            </a:r>
          </a:p>
        </p:txBody>
      </p:sp>
      <p:sp>
        <p:nvSpPr>
          <p:cNvPr id="724" name="F1_0723_text_48" descr="Forward">
            <a:extLst>
              <a:ext uri="{FF2B5EF4-FFF2-40B4-BE49-F238E27FC236}">
                <a16:creationId id="{7A9222F0-E3B9-44B5-88EA-143C2D3EAD20}"/>
              </a:ext>
            </a:extLst>
          </p:cNvPr>
          <p:cNvSpPr>
            <a:spLocks/>
          </p:cNvSpPr>
          <p:nvPr/>
        </p:nvSpPr>
        <p:spPr>
          <a:xfrm>
            <a:off x="11218314" y="255361"/>
            <a:ext cx="847153" cy="2996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lang="en-US" sz="2040" b="0" i="0" kern="1200" spc="0" dirty="0">
                <a:solidFill>
                  <a:srgbClr val="657581"/>
                </a:solidFill>
                <a:latin typeface="TimesNewRomanPSMT"/>
                <a:ea typeface="TimesNewRomanPSMT"/>
                <a:cs typeface="TimesNewRomanPSMT"/>
              </a:defRPr>
            </a:pPr>
            <a:r>
              <a:rPr lang="en-US" sz="2040" b="0" i="0" kern="1200" spc="0" dirty="0">
                <a:solidFill>
                  <a:srgbClr val="657581"/>
                </a:solidFill>
                <a:latin typeface="TimesNewRomanPSMT"/>
                <a:ea typeface="TimesNewRomanPSMT"/>
                <a:cs typeface="TimesNewRomanPSMT"/>
              </a:rPr>
              <a:t>Forward</a:t>
            </a:r>
          </a:p>
        </p:txBody>
      </p:sp>
      <p:grpSp>
        <p:nvGrpSpPr>
          <p:cNvPr id="10033" name="⊤Backward Df"/>
          <p:cNvGrpSpPr/>
          <p:nvPr/>
        </p:nvGrpSpPr>
        <p:grpSpPr>
          <a:xfrm>
            <a:off x="11229505" y="611783"/>
            <a:ext cx="1418175" cy="451600"/>
            <a:chOff x="11102168" y="185171"/>
            <a:chExt cx="1490555" cy="451600"/>
          </a:xfrm>
        </p:grpSpPr>
        <mc:AlternateContent>
          <mc:Choice Requires="a14">
            <p:sp>
              <p:nvSpPr>
                <p:cNvPr id="20064" name="Backward D_f transpose"/>
                <p:cNvSpPr txBox="1"/>
                <p:nvPr/>
              </p:nvSpPr>
              <p:spPr>
                <a:xfrm>
                  <a:off x="11102168" y="185171"/>
                  <a:ext cx="1744555" cy="70839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>
                    <a:defRPr lang="en-US" sz="2040" b="0" i="0" kern="1200" spc="0" dirty="0">
                      <a:solidFill>
                        <a:srgbClr val="67448F"/>
                      </a:solidFill>
                      <a:latin typeface="TimesNewRomanPSMT"/>
                      <a:ea typeface="TimesNewRomanPSMT"/>
                      <a:cs typeface="TimesNewRomanPSMT"/>
                    </a:defRPr>
                  </a:pPr>
                  <a:r>
                    <a:rPr lang="en-US" sz="2040" b="0" i="0" kern="1200" spc="0" dirty="0">
                      <a:solidFill>
                        <a:srgbClr val="67448F"/>
                      </a:solidFill>
                      <a:latin typeface="TimesNewRomanPSMT"/>
                      <a:ea typeface="TimesNewRomanPSMT"/>
                      <a:cs typeface="TimesNewRomanPSMT"/>
                    </a:rPr>
                    <a:t>Backward </a:t>
                  </a:r>
                  <a14:m>
                    <m:oMath>
                      <m:sSubSup>
                        <m:sSubSupPr>
                          <m:ctrlPr>
                            <a:rPr lang="en-US" sz="2040" b="0" i="1" smtClean="0">
                              <a:solidFill>
                                <a:srgbClr val="67448F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SupPr>
                        <m:e>
                          <m:r>
                            <a:rPr lang="en-US" sz="2040" b="0" i="1" smtClean="0">
                              <a:solidFill>
                                <a:srgbClr val="67448F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en-US" sz="2040" b="0" i="1" smtClean="0">
                              <a:solidFill>
                                <a:srgbClr val="67448F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𝑓</m:t>
                          </m:r>
                        </m:sub>
                        <m:sup>
                          <m:r>
                            <a:rPr lang="en-US" sz="2040" b="0" i="0" smtClean="0">
                              <a:solidFill>
                                <a:srgbClr val="67448F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⊤</m:t>
                          </m:r>
                        </m:sup>
                      </m:sSubSup>
                    </m:oMath>
                  </a14:m>
                  <a:endParaRPr lang="en-US" sz="2040" b="0" i="0" kern="1200" spc="0" dirty="0">
                    <a:solidFill>
                      <a:srgbClr val="67448F"/>
                    </a:solidFill>
                    <a:latin typeface="TimesNewRomanPSMT"/>
                    <a:ea typeface="TimesNewRomanPSMT"/>
                    <a:cs typeface="TimesNewRomanPSMT"/>
                  </a:endParaRPr>
                </a:p>
              </p:txBody>
            </p:sp>
          </mc:Choice>
          <mc:Fallback>
            <p:sp>
              <p:nvSpPr>
                <p:cNvPr id="20064" name="Backward D_f transpose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2168" y="185171"/>
                  <a:ext cx="1744555" cy="708391"/>
                </a:xfrm>
                <a:prstGeom prst="rect">
                  <a:avLst/>
                </a:prstGeom>
                <a:blipFill>
                  <a:blip r:embed="rId18"/>
                  <a:stretch>
                    <a:fillRect l="-9191" t="-8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29" name="F1_0728_text_50" descr="(b) Attention product">
            <a:extLst>
              <a:ext uri="{FF2B5EF4-FFF2-40B4-BE49-F238E27FC236}">
                <a16:creationId id="{41922B56-9CFE-431A-A45C-2E55136A846F}"/>
              </a:ext>
            </a:extLst>
          </p:cNvPr>
          <p:cNvSpPr>
            <a:spLocks/>
          </p:cNvSpPr>
          <p:nvPr/>
        </p:nvSpPr>
        <p:spPr>
          <a:xfrm>
            <a:off x="6346057" y="530757"/>
            <a:ext cx="2759336" cy="3643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lang="en-US" sz="2500" b="1" i="0" kern="1200" spc="0" dirty="0">
                <a:solidFill>
                  <a:srgbClr val="20252B"/>
                </a:solidFill>
                <a:latin typeface="TimesNewRomanPS-BoldMT"/>
                <a:ea typeface="TimesNewRomanPS-BoldMT"/>
                <a:cs typeface="TimesNewRomanPS-BoldMT"/>
              </a:defRPr>
            </a:pPr>
            <a:r>
              <a:rPr lang="en-US" sz="2500" b="1" i="0" kern="1200" spc="0" dirty="0">
                <a:solidFill>
                  <a:srgbClr val="20252B"/>
                </a:solidFill>
                <a:latin typeface="TimesNewRomanPS-BoldMT"/>
                <a:ea typeface="TimesNewRomanPS-BoldMT"/>
                <a:cs typeface="TimesNewRomanPS-BoldMT"/>
              </a:rPr>
              <a:t>(b) Attention product</a:t>
            </a:r>
          </a:p>
        </p:txBody>
      </p:sp>
      <p:sp>
        <p:nvSpPr>
          <p:cNvPr id="730" name="F1_0729_text_51" descr="Attention weights">
            <a:extLst>
              <a:ext uri="{FF2B5EF4-FFF2-40B4-BE49-F238E27FC236}">
                <a16:creationId id="{1E25FFD9-F0CB-4B14-B63B-EDF45ECE3D80}"/>
              </a:ext>
            </a:extLst>
          </p:cNvPr>
          <p:cNvSpPr>
            <a:spLocks/>
          </p:cNvSpPr>
          <p:nvPr/>
        </p:nvSpPr>
        <p:spPr>
          <a:xfrm>
            <a:off x="6481424" y="955882"/>
            <a:ext cx="1771526" cy="2996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lang="en-US" sz="2040" b="0" i="0" kern="1200" spc="0" dirty="0">
                <a:solidFill>
                  <a:srgbClr val="20252B"/>
                </a:solidFill>
                <a:latin typeface="TimesNewRomanPSMT"/>
                <a:ea typeface="TimesNewRomanPSMT"/>
                <a:cs typeface="TimesNewRomanPSMT"/>
              </a:defRPr>
            </a:pPr>
            <a:r>
              <a:rPr lang="en-US" sz="2040" b="0" i="0" kern="1200" spc="0" dirty="0">
                <a:solidFill>
                  <a:srgbClr val="20252B"/>
                </a:solidFill>
                <a:latin typeface="TimesNewRomanPSMT"/>
                <a:ea typeface="TimesNewRomanPSMT"/>
                <a:cs typeface="TimesNewRomanPSMT"/>
              </a:rPr>
              <a:t>Attention weights</a:t>
            </a:r>
          </a:p>
        </p:txBody>
      </p:sp>
      <p:sp>
        <p:nvSpPr>
          <p:cNvPr id="731" name="F1_0730_text_52" descr="Value vectors">
            <a:extLst>
              <a:ext uri="{FF2B5EF4-FFF2-40B4-BE49-F238E27FC236}">
                <a16:creationId id="{D1EFCBEF-D83C-4D3E-9C4D-E91C1BE2B6B8}"/>
              </a:ext>
            </a:extLst>
          </p:cNvPr>
          <p:cNvSpPr>
            <a:spLocks/>
          </p:cNvSpPr>
          <p:nvPr/>
        </p:nvSpPr>
        <p:spPr>
          <a:xfrm>
            <a:off x="8820676" y="955882"/>
            <a:ext cx="1346345" cy="2996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lang="en-US" sz="2040" b="0" i="0" kern="1200" spc="0" dirty="0">
                <a:solidFill>
                  <a:srgbClr val="20252B"/>
                </a:solidFill>
                <a:latin typeface="TimesNewRomanPSMT"/>
                <a:ea typeface="TimesNewRomanPSMT"/>
                <a:cs typeface="TimesNewRomanPSMT"/>
              </a:defRPr>
            </a:pPr>
            <a:r>
              <a:rPr lang="en-US" sz="2040" b="0" i="0" kern="1200" spc="0" dirty="0">
                <a:solidFill>
                  <a:srgbClr val="20252B"/>
                </a:solidFill>
                <a:latin typeface="TimesNewRomanPSMT"/>
                <a:ea typeface="TimesNewRomanPSMT"/>
                <a:cs typeface="TimesNewRomanPSMT"/>
              </a:rPr>
              <a:t>Value vectors</a:t>
            </a:r>
          </a:p>
        </p:txBody>
      </p:sp>
      <p:sp>
        <p:nvSpPr>
          <p:cNvPr id="732" name="F1_0731_text_53" descr="Output">
            <a:extLst>
              <a:ext uri="{FF2B5EF4-FFF2-40B4-BE49-F238E27FC236}">
                <a16:creationId id="{0CCA7B78-DD23-4F42-94B5-975DE8295182}"/>
              </a:ext>
            </a:extLst>
          </p:cNvPr>
          <p:cNvSpPr>
            <a:spLocks/>
          </p:cNvSpPr>
          <p:nvPr/>
        </p:nvSpPr>
        <p:spPr>
          <a:xfrm>
            <a:off x="11525825" y="955882"/>
            <a:ext cx="696867" cy="2996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lang="en-US" sz="2040" b="0" i="0" kern="1200" spc="0" dirty="0">
                <a:solidFill>
                  <a:srgbClr val="20252B"/>
                </a:solidFill>
                <a:latin typeface="TimesNewRomanPSMT"/>
                <a:ea typeface="TimesNewRomanPSMT"/>
                <a:cs typeface="TimesNewRomanPSMT"/>
              </a:defRPr>
            </a:pPr>
            <a:r>
              <a:rPr lang="en-US" sz="2040" b="0" i="0" kern="1200" spc="0" dirty="0">
                <a:solidFill>
                  <a:srgbClr val="20252B"/>
                </a:solidFill>
                <a:latin typeface="TimesNewRomanPSMT"/>
                <a:ea typeface="TimesNewRomanPSMT"/>
                <a:cs typeface="TimesNewRomanPSMT"/>
              </a:rPr>
              <a:t>Output</a:t>
            </a:r>
          </a:p>
        </p:txBody>
      </p:sp>
      <mc:AlternateContent>
        <mc:Choice Requires="a14">
          <p:sp>
            <p:nvSpPr>
              <p:cNvPr id="20040" name="Equation ×" descr="×"/>
              <p:cNvSpPr txBox="1"/>
              <p:nvPr/>
            </p:nvSpPr>
            <p:spPr>
              <a:xfrm>
                <a:off x="8351944" y="1446164"/>
                <a:ext cx="268916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>
                  <a:defRPr lang="en-US" sz="2500" b="0" i="0" smtClean="0">
                    <a:solidFill>
                      <a:srgbClr val="657581"/>
                    </a:solidFill>
                    <a:latin typeface="Cambria Math" charset="0"/>
                    <a:ea typeface="Cambria Math" charset="0"/>
                    <a:cs typeface="Cambria Math" charset="0"/>
                  </a:defRPr>
                </a:pPr>
                <a14:m>
                  <m:oMathPara>
                    <m:oMathParaPr>
                      <m:jc m:val="centerGroup"/>
                    </m:oMathParaPr>
                    <m:oMath>
                      <m:r>
                        <a:rPr lang="en-US" sz="2500" b="0" i="0" smtClean="0">
                          <a:solidFill>
                            <a:srgbClr val="65758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×</m:t>
                      </m:r>
                    </m:oMath>
                  </m:oMathPara>
                </a14:m>
                <a:endParaRPr lang="en-US" sz="2500" b="0" i="0">
                  <a:solidFill>
                    <a:srgbClr val="657581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>
          <p:sp>
            <p:nvSpPr>
              <p:cNvPr id="20040" name="Equation ×" descr="×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944" y="1446164"/>
                <a:ext cx="268916" cy="85725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Requires="a14">
          <p:sp>
            <p:nvSpPr>
              <p:cNvPr id="20041" name="Equation P" descr="P"/>
              <p:cNvSpPr txBox="1"/>
              <p:nvPr/>
            </p:nvSpPr>
            <p:spPr>
              <a:xfrm>
                <a:off x="7267138" y="1879614"/>
                <a:ext cx="260231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>
                  <a:defRPr lang="en-US" sz="2500" b="0" i="0" smtClean="0">
                    <a:solidFill>
                      <a:srgbClr val="785823"/>
                    </a:solidFill>
                    <a:latin typeface="Cambria Math" charset="0"/>
                    <a:ea typeface="Cambria Math" charset="0"/>
                    <a:cs typeface="Cambria Math" charset="0"/>
                  </a:defRPr>
                </a:pPr>
                <a14:m>
                  <m:oMathPara>
                    <m:oMathParaPr>
                      <m:jc m:val="centerGroup"/>
                    </m:oMathParaPr>
                    <m:oMath>
                      <m:r>
                        <a:rPr lang="en-US" sz="2500" b="0" i="1" smtClean="0">
                          <a:solidFill>
                            <a:srgbClr val="785823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</m:t>
                      </m:r>
                    </m:oMath>
                  </m:oMathPara>
                </a14:m>
                <a:endParaRPr lang="en-US" sz="2500" b="0" i="0">
                  <a:solidFill>
                    <a:srgbClr val="785823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>
          <p:sp>
            <p:nvSpPr>
              <p:cNvPr id="20041" name="Equation P" descr="P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138" y="1879614"/>
                <a:ext cx="260231" cy="85725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Requires="a14">
          <p:sp>
            <p:nvSpPr>
              <p:cNvPr id="20042" name="Equation V" descr="V"/>
              <p:cNvSpPr txBox="1"/>
              <p:nvPr/>
            </p:nvSpPr>
            <p:spPr>
              <a:xfrm>
                <a:off x="9393799" y="1879614"/>
                <a:ext cx="260231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>
                  <a:defRPr lang="en-US" sz="2500" b="0" i="0" smtClean="0">
                    <a:solidFill>
                      <a:srgbClr val="245C89"/>
                    </a:solidFill>
                    <a:latin typeface="Cambria Math" charset="0"/>
                    <a:ea typeface="Cambria Math" charset="0"/>
                    <a:cs typeface="Cambria Math" charset="0"/>
                  </a:defRPr>
                </a:pPr>
                <a14:m>
                  <m:oMathPara>
                    <m:oMathParaPr>
                      <m:jc m:val="centerGroup"/>
                    </m:oMathParaPr>
                    <m:oMath>
                      <m:r>
                        <a:rPr lang="en-US" sz="2500" b="0" i="1" smtClean="0">
                          <a:solidFill>
                            <a:srgbClr val="245C89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𝑉</m:t>
                      </m:r>
                    </m:oMath>
                  </m:oMathPara>
                </a14:m>
                <a:endParaRPr lang="en-US" sz="2500" b="0" i="0">
                  <a:solidFill>
                    <a:srgbClr val="245C89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>
          <p:sp>
            <p:nvSpPr>
              <p:cNvPr id="20042" name="Equation V" descr="V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3799" y="1879614"/>
                <a:ext cx="260231" cy="85725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34" name="Y=PV"/>
          <p:cNvGrpSpPr/>
          <p:nvPr/>
        </p:nvGrpSpPr>
        <p:grpSpPr>
          <a:xfrm>
            <a:off x="11450982" y="1908246"/>
            <a:ext cx="843505" cy="492385"/>
            <a:chOff x="11384643" y="1908246"/>
            <a:chExt cx="886555" cy="492385"/>
          </a:xfrm>
        </p:grpSpPr>
        <mc:AlternateContent>
          <mc:Choice Requires="a14">
            <p:sp>
              <p:nvSpPr>
                <p:cNvPr id="20043" name="Equation Y=PV" descr="Y=PV"/>
                <p:cNvSpPr txBox="1"/>
                <p:nvPr/>
              </p:nvSpPr>
              <p:spPr>
                <a:xfrm>
                  <a:off x="11384643" y="1879614"/>
                  <a:ext cx="950055" cy="857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>
                    <a:defRPr lang="en-US" sz="2500" b="0" i="0" smtClean="0">
                      <a:solidFill>
                        <a:srgbClr val="20252B"/>
                      </a:solidFill>
                      <a:latin typeface="Cambria Math" charset="0"/>
                      <a:ea typeface="Cambria Math" charset="0"/>
                      <a:cs typeface="Cambria Math" charset="0"/>
                    </a:defRPr>
                  </a:pPr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a:rPr lang="en-US" sz="2500" b="0" i="1" smtClean="0">
                            <a:solidFill>
                              <a:srgbClr val="20252B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𝑌</m:t>
                        </m:r>
                        <m:r>
                          <a:rPr lang="en-US" sz="2500" b="0" i="0" smtClean="0">
                            <a:solidFill>
                              <a:srgbClr val="20252B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=</m:t>
                        </m:r>
                        <m:r>
                          <a:rPr lang="en-US" sz="2500" b="0" i="1" smtClean="0">
                            <a:solidFill>
                              <a:srgbClr val="20252B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𝑃𝑉</m:t>
                        </m:r>
                      </m:oMath>
                    </m:oMathPara>
                  </a14:m>
                  <a:endParaRPr lang="en-US" sz="2500" b="0" i="0">
                    <a:solidFill>
                      <a:srgbClr val="20252B"/>
                    </a:solidFill>
                    <a:latin typeface="Cambria Math" charset="0"/>
                    <a:ea typeface="Cambria Math" charset="0"/>
                    <a:cs typeface="Cambria Math" charset="0"/>
                  </a:endParaRPr>
                </a:p>
              </p:txBody>
            </p:sp>
          </mc:Choice>
          <mc:Fallback>
            <p:sp>
              <p:nvSpPr>
                <p:cNvPr id="20043" name="Equation Y=PV" descr="Y=PV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84643" y="1879614"/>
                  <a:ext cx="950055" cy="857250"/>
                </a:xfrm>
                <a:prstGeom prst="rect">
                  <a:avLst/>
                </a:prstGeom>
                <a:blipFill>
                  <a:blip r:embed="rId22"/>
                  <a:stretch>
                    <a:fillRect r="-1140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035" name="mP"/>
          <p:cNvGrpSpPr/>
          <p:nvPr/>
        </p:nvGrpSpPr>
        <p:grpSpPr>
          <a:xfrm>
            <a:off x="7103217" y="2664209"/>
            <a:ext cx="345754" cy="472948"/>
            <a:chOff x="6902849" y="2811375"/>
            <a:chExt cx="363400" cy="472948"/>
          </a:xfrm>
        </p:grpSpPr>
        <mc:AlternateContent>
          <mc:Choice Requires="a14">
            <p:sp>
              <p:nvSpPr>
                <p:cNvPr id="20044" name="Equation sub(m,P)" descr="sub(m,P)"/>
                <p:cNvSpPr txBox="1"/>
                <p:nvPr/>
              </p:nvSpPr>
              <p:spPr>
                <a:xfrm>
                  <a:off x="6902849" y="2783638"/>
                  <a:ext cx="426900" cy="8229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>
                    <a:defRPr lang="en-US" sz="2400" b="0" i="0" smtClean="0">
                      <a:solidFill>
                        <a:srgbClr val="67448F"/>
                      </a:solidFill>
                      <a:latin typeface="Cambria Math" charset="0"/>
                      <a:ea typeface="Cambria Math" charset="0"/>
                      <a:cs typeface="Cambria Math" charset="0"/>
                    </a:defRPr>
                  </a:pPr>
                  <a14:m>
                    <m:oMathPara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67448F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67448F"/>
                                </a:solidFill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67448F"/>
                                </a:solidFill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𝑃</m:t>
                            </m:r>
                          </m:sub>
                        </m:sSub>
                      </m:oMath>
                    </m:oMathPara>
                  </a14:m>
                  <a:endParaRPr lang="en-US" sz="2400" b="0" i="0">
                    <a:solidFill>
                      <a:srgbClr val="67448F"/>
                    </a:solidFill>
                    <a:latin typeface="Cambria Math" charset="0"/>
                    <a:ea typeface="Cambria Math" charset="0"/>
                    <a:cs typeface="Cambria Math" charset="0"/>
                  </a:endParaRPr>
                </a:p>
              </p:txBody>
            </p:sp>
          </mc:Choice>
          <mc:Fallback>
            <p:sp>
              <p:nvSpPr>
                <p:cNvPr id="20044" name="Equation sub(m,P)" descr="sub(m,P)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2849" y="2783638"/>
                  <a:ext cx="426900" cy="822960"/>
                </a:xfrm>
                <a:prstGeom prst="rect">
                  <a:avLst/>
                </a:prstGeom>
                <a:blipFill>
                  <a:blip r:embed="rId23"/>
                  <a:stretch>
                    <a:fillRect l="-17910" r="-1641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036" name="mV"/>
          <p:cNvGrpSpPr/>
          <p:nvPr/>
        </p:nvGrpSpPr>
        <p:grpSpPr>
          <a:xfrm>
            <a:off x="9229879" y="2664209"/>
            <a:ext cx="345754" cy="472948"/>
            <a:chOff x="9138049" y="2811375"/>
            <a:chExt cx="363400" cy="472948"/>
          </a:xfrm>
        </p:grpSpPr>
        <mc:AlternateContent>
          <mc:Choice Requires="a14">
            <p:sp>
              <p:nvSpPr>
                <p:cNvPr id="20045" name="Equation sub(m,V)" descr="sub(m,V)"/>
                <p:cNvSpPr txBox="1"/>
                <p:nvPr/>
              </p:nvSpPr>
              <p:spPr>
                <a:xfrm>
                  <a:off x="9138049" y="2783638"/>
                  <a:ext cx="426900" cy="8229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>
                    <a:defRPr lang="en-US" sz="2400" b="0" i="0" smtClean="0">
                      <a:solidFill>
                        <a:srgbClr val="67448F"/>
                      </a:solidFill>
                      <a:latin typeface="Cambria Math" charset="0"/>
                      <a:ea typeface="Cambria Math" charset="0"/>
                      <a:cs typeface="Cambria Math" charset="0"/>
                    </a:defRPr>
                  </a:pPr>
                  <a14:m>
                    <m:oMathPara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67448F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67448F"/>
                                </a:solidFill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67448F"/>
                                </a:solidFill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𝑉</m:t>
                            </m:r>
                          </m:sub>
                        </m:sSub>
                      </m:oMath>
                    </m:oMathPara>
                  </a14:m>
                  <a:endParaRPr lang="en-US" sz="2400" b="0" i="0">
                    <a:solidFill>
                      <a:srgbClr val="67448F"/>
                    </a:solidFill>
                    <a:latin typeface="Cambria Math" charset="0"/>
                    <a:ea typeface="Cambria Math" charset="0"/>
                    <a:cs typeface="Cambria Math" charset="0"/>
                  </a:endParaRPr>
                </a:p>
              </p:txBody>
            </p:sp>
          </mc:Choice>
          <mc:Fallback>
            <p:sp>
              <p:nvSpPr>
                <p:cNvPr id="20045" name="Equation sub(m,V)" descr="sub(m,V)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8049" y="2783638"/>
                  <a:ext cx="426900" cy="822960"/>
                </a:xfrm>
                <a:prstGeom prst="rect">
                  <a:avLst/>
                </a:prstGeom>
                <a:blipFill>
                  <a:blip r:embed="rId24"/>
                  <a:stretch>
                    <a:fillRect l="-17910" r="-1641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037" name="mY"/>
          <p:cNvGrpSpPr/>
          <p:nvPr/>
        </p:nvGrpSpPr>
        <p:grpSpPr>
          <a:xfrm>
            <a:off x="11640134" y="2221458"/>
            <a:ext cx="334615" cy="472948"/>
            <a:chOff x="11646045" y="2354175"/>
            <a:chExt cx="351693" cy="472948"/>
          </a:xfrm>
        </p:grpSpPr>
        <mc:AlternateContent>
          <mc:Choice Requires="a14">
            <p:sp>
              <p:nvSpPr>
                <p:cNvPr id="20046" name="Equation sub(m,Y)" descr="sub(m,Y)"/>
                <p:cNvSpPr txBox="1"/>
                <p:nvPr/>
              </p:nvSpPr>
              <p:spPr>
                <a:xfrm>
                  <a:off x="11646045" y="2326438"/>
                  <a:ext cx="415193" cy="8229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>
                    <a:defRPr lang="en-US" sz="2400" b="0" i="0" smtClean="0">
                      <a:solidFill>
                        <a:srgbClr val="67448F"/>
                      </a:solidFill>
                      <a:latin typeface="Cambria Math" charset="0"/>
                      <a:ea typeface="Cambria Math" charset="0"/>
                      <a:cs typeface="Cambria Math" charset="0"/>
                    </a:defRPr>
                  </a:pPr>
                  <a14:m>
                    <m:oMathPara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67448F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67448F"/>
                                </a:solidFill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67448F"/>
                                </a:solidFill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𝑌</m:t>
                            </m:r>
                          </m:sub>
                        </m:sSub>
                      </m:oMath>
                    </m:oMathPara>
                  </a14:m>
                  <a:endParaRPr lang="en-US" sz="2400" b="0" i="0">
                    <a:solidFill>
                      <a:srgbClr val="67448F"/>
                    </a:solidFill>
                    <a:latin typeface="Cambria Math" charset="0"/>
                    <a:ea typeface="Cambria Math" charset="0"/>
                    <a:cs typeface="Cambria Math" charset="0"/>
                  </a:endParaRPr>
                </a:p>
              </p:txBody>
            </p:sp>
          </mc:Choice>
          <mc:Fallback>
            <p:sp>
              <p:nvSpPr>
                <p:cNvPr id="20046" name="Equation sub(m,Y)" descr="sub(m,Y)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46045" y="2326438"/>
                  <a:ext cx="415193" cy="822960"/>
                </a:xfrm>
                <a:prstGeom prst="rect">
                  <a:avLst/>
                </a:prstGeom>
                <a:blipFill>
                  <a:blip r:embed="rId25"/>
                  <a:stretch>
                    <a:fillRect l="-18462" r="-1846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052" name="c Gated DeltaNet"/>
          <p:cNvGrpSpPr/>
          <p:nvPr/>
        </p:nvGrpSpPr>
        <p:grpSpPr>
          <a:xfrm>
            <a:off x="6309219" y="3227418"/>
            <a:ext cx="6272414" cy="2587375"/>
            <a:chOff x="5980460" y="3227418"/>
            <a:chExt cx="6592540" cy="2587375"/>
          </a:xfrm>
        </p:grpSpPr>
        <p:sp>
          <p:nvSpPr>
            <p:cNvPr id="88" name="F1_0087_patch_73">
              <a:extLst>
                <a:ext uri="{FF2B5EF4-FFF2-40B4-BE49-F238E27FC236}">
                  <a16:creationId id="{78C7F20C-7091-428C-94AE-504D177FE6D5}"/>
                </a:ext>
              </a:extLst>
            </p:cNvPr>
            <p:cNvSpPr>
              <a:spLocks/>
            </p:cNvSpPr>
            <p:nvPr/>
          </p:nvSpPr>
          <p:spPr>
            <a:xfrm>
              <a:off x="6324600" y="4140200"/>
              <a:ext cx="99060" cy="99060"/>
            </a:xfrm>
            <a:custGeom>
              <a:avLst/>
              <a:gdLst/>
              <a:ahLst/>
              <a:cxnLst/>
              <a:rect l="0" t="0" r="99060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9DB4C9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89" name="F1_0088_patch_74">
              <a:extLst>
                <a:ext uri="{FF2B5EF4-FFF2-40B4-BE49-F238E27FC236}">
                  <a16:creationId id="{ADA1D8A9-7C1A-4C78-820E-774837A77FA9}"/>
                </a:ext>
              </a:extLst>
            </p:cNvPr>
            <p:cNvSpPr>
              <a:spLocks/>
            </p:cNvSpPr>
            <p:nvPr/>
          </p:nvSpPr>
          <p:spPr>
            <a:xfrm>
              <a:off x="6438900" y="41402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9DB4C9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90" name="F1_0089_patch_75">
              <a:extLst>
                <a:ext uri="{FF2B5EF4-FFF2-40B4-BE49-F238E27FC236}">
                  <a16:creationId id="{EEDA6760-C5C1-4BE6-979C-642F384B9BA1}"/>
                </a:ext>
              </a:extLst>
            </p:cNvPr>
            <p:cNvSpPr>
              <a:spLocks/>
            </p:cNvSpPr>
            <p:nvPr/>
          </p:nvSpPr>
          <p:spPr>
            <a:xfrm>
              <a:off x="6553200" y="41402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9DB4C9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91" name="F1_0090_patch_76">
              <a:extLst>
                <a:ext uri="{FF2B5EF4-FFF2-40B4-BE49-F238E27FC236}">
                  <a16:creationId id="{BCD1851A-446B-4ECF-87E5-BE5B58D39728}"/>
                </a:ext>
              </a:extLst>
            </p:cNvPr>
            <p:cNvSpPr>
              <a:spLocks/>
            </p:cNvSpPr>
            <p:nvPr/>
          </p:nvSpPr>
          <p:spPr>
            <a:xfrm>
              <a:off x="6667500" y="41402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9DB4C9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92" name="F1_0091_patch_77">
              <a:extLst>
                <a:ext uri="{FF2B5EF4-FFF2-40B4-BE49-F238E27FC236}">
                  <a16:creationId id="{1FF75DF7-8BD4-453E-954B-1B294BC116A4}"/>
                </a:ext>
              </a:extLst>
            </p:cNvPr>
            <p:cNvSpPr>
              <a:spLocks/>
            </p:cNvSpPr>
            <p:nvPr/>
          </p:nvSpPr>
          <p:spPr>
            <a:xfrm>
              <a:off x="6324600" y="4254500"/>
              <a:ext cx="99060" cy="99060"/>
            </a:xfrm>
            <a:custGeom>
              <a:avLst/>
              <a:gdLst/>
              <a:ahLst/>
              <a:cxnLst/>
              <a:rect l="0" t="0" r="99060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9DB4C9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93" name="F1_0092_patch_78">
              <a:extLst>
                <a:ext uri="{FF2B5EF4-FFF2-40B4-BE49-F238E27FC236}">
                  <a16:creationId id="{C1B37BBE-E32E-41D8-99F1-E70E093D0F99}"/>
                </a:ext>
              </a:extLst>
            </p:cNvPr>
            <p:cNvSpPr>
              <a:spLocks/>
            </p:cNvSpPr>
            <p:nvPr/>
          </p:nvSpPr>
          <p:spPr>
            <a:xfrm>
              <a:off x="6438900" y="42545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9DB4C9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94" name="F1_0093_patch_79">
              <a:extLst>
                <a:ext uri="{FF2B5EF4-FFF2-40B4-BE49-F238E27FC236}">
                  <a16:creationId id="{A1EAAC15-710E-474C-8DB7-581A1F4CB418}"/>
                </a:ext>
              </a:extLst>
            </p:cNvPr>
            <p:cNvSpPr>
              <a:spLocks/>
            </p:cNvSpPr>
            <p:nvPr/>
          </p:nvSpPr>
          <p:spPr>
            <a:xfrm>
              <a:off x="6553200" y="42545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9DB4C9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95" name="F1_0094_patch_80">
              <a:extLst>
                <a:ext uri="{FF2B5EF4-FFF2-40B4-BE49-F238E27FC236}">
                  <a16:creationId id="{36AB94F0-1DFF-48AC-9675-6A2BEB6E0289}"/>
                </a:ext>
              </a:extLst>
            </p:cNvPr>
            <p:cNvSpPr>
              <a:spLocks/>
            </p:cNvSpPr>
            <p:nvPr/>
          </p:nvSpPr>
          <p:spPr>
            <a:xfrm>
              <a:off x="6667500" y="42545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9DB4C9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96" name="F1_0095_patch_81">
              <a:extLst>
                <a:ext uri="{FF2B5EF4-FFF2-40B4-BE49-F238E27FC236}">
                  <a16:creationId id="{334CC6B0-AAFB-4592-AA9A-0137BC4383CD}"/>
                </a:ext>
              </a:extLst>
            </p:cNvPr>
            <p:cNvSpPr>
              <a:spLocks/>
            </p:cNvSpPr>
            <p:nvPr/>
          </p:nvSpPr>
          <p:spPr>
            <a:xfrm>
              <a:off x="6324600" y="4368800"/>
              <a:ext cx="99060" cy="99060"/>
            </a:xfrm>
            <a:custGeom>
              <a:avLst/>
              <a:gdLst/>
              <a:ahLst/>
              <a:cxnLst/>
              <a:rect l="0" t="0" r="99060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9DB4C9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97" name="F1_0096_patch_82">
              <a:extLst>
                <a:ext uri="{FF2B5EF4-FFF2-40B4-BE49-F238E27FC236}">
                  <a16:creationId id="{E418D0A3-99C2-44C1-8256-3D2E2A976CDA}"/>
                </a:ext>
              </a:extLst>
            </p:cNvPr>
            <p:cNvSpPr>
              <a:spLocks/>
            </p:cNvSpPr>
            <p:nvPr/>
          </p:nvSpPr>
          <p:spPr>
            <a:xfrm>
              <a:off x="6438900" y="43688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9DB4C9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98" name="F1_0097_patch_83">
              <a:extLst>
                <a:ext uri="{FF2B5EF4-FFF2-40B4-BE49-F238E27FC236}">
                  <a16:creationId id="{7C7ED34B-1B44-4CFE-BF4F-4F7A6E9C327F}"/>
                </a:ext>
              </a:extLst>
            </p:cNvPr>
            <p:cNvSpPr>
              <a:spLocks/>
            </p:cNvSpPr>
            <p:nvPr/>
          </p:nvSpPr>
          <p:spPr>
            <a:xfrm>
              <a:off x="6553200" y="43688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9DB4C9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99" name="F1_0098_patch_84">
              <a:extLst>
                <a:ext uri="{FF2B5EF4-FFF2-40B4-BE49-F238E27FC236}">
                  <a16:creationId id="{83A96EB1-7617-47D1-B4DD-492C4A7AD928}"/>
                </a:ext>
              </a:extLst>
            </p:cNvPr>
            <p:cNvSpPr>
              <a:spLocks/>
            </p:cNvSpPr>
            <p:nvPr/>
          </p:nvSpPr>
          <p:spPr>
            <a:xfrm>
              <a:off x="6667500" y="43688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9DB4C9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100" name="F1_0099_patch_85">
              <a:extLst>
                <a:ext uri="{FF2B5EF4-FFF2-40B4-BE49-F238E27FC236}">
                  <a16:creationId id="{BE840576-6936-4800-9285-EDF8D9F4A32F}"/>
                </a:ext>
              </a:extLst>
            </p:cNvPr>
            <p:cNvSpPr>
              <a:spLocks/>
            </p:cNvSpPr>
            <p:nvPr/>
          </p:nvSpPr>
          <p:spPr>
            <a:xfrm>
              <a:off x="6324600" y="4483100"/>
              <a:ext cx="99060" cy="99060"/>
            </a:xfrm>
            <a:custGeom>
              <a:avLst/>
              <a:gdLst/>
              <a:ahLst/>
              <a:cxnLst/>
              <a:rect l="0" t="0" r="99060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9DB4C9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101" name="F1_0100_patch_86">
              <a:extLst>
                <a:ext uri="{FF2B5EF4-FFF2-40B4-BE49-F238E27FC236}">
                  <a16:creationId id="{15162D66-E482-4A7D-ACAB-12E2D41184A5}"/>
                </a:ext>
              </a:extLst>
            </p:cNvPr>
            <p:cNvSpPr>
              <a:spLocks/>
            </p:cNvSpPr>
            <p:nvPr/>
          </p:nvSpPr>
          <p:spPr>
            <a:xfrm>
              <a:off x="6438900" y="44831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9DB4C9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102" name="F1_0101_patch_87">
              <a:extLst>
                <a:ext uri="{FF2B5EF4-FFF2-40B4-BE49-F238E27FC236}">
                  <a16:creationId id="{5D7B1C71-756B-4F14-AF6D-629A1EA1F8B9}"/>
                </a:ext>
              </a:extLst>
            </p:cNvPr>
            <p:cNvSpPr>
              <a:spLocks/>
            </p:cNvSpPr>
            <p:nvPr/>
          </p:nvSpPr>
          <p:spPr>
            <a:xfrm>
              <a:off x="6553200" y="44831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9DB4C9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103" name="F1_0102_patch_88">
              <a:extLst>
                <a:ext uri="{FF2B5EF4-FFF2-40B4-BE49-F238E27FC236}">
                  <a16:creationId id="{5255C928-104F-4C52-8405-A541482FD930}"/>
                </a:ext>
              </a:extLst>
            </p:cNvPr>
            <p:cNvSpPr>
              <a:spLocks/>
            </p:cNvSpPr>
            <p:nvPr/>
          </p:nvSpPr>
          <p:spPr>
            <a:xfrm>
              <a:off x="6667500" y="44831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9DB4C9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104" name="F1_0103_patch_89">
              <a:extLst>
                <a:ext uri="{FF2B5EF4-FFF2-40B4-BE49-F238E27FC236}">
                  <a16:creationId id="{371D963F-D21E-4516-90A1-4B6E99C9AAC5}"/>
                </a:ext>
              </a:extLst>
            </p:cNvPr>
            <p:cNvSpPr>
              <a:spLocks/>
            </p:cNvSpPr>
            <p:nvPr/>
          </p:nvSpPr>
          <p:spPr>
            <a:xfrm>
              <a:off x="9245600" y="41402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8DACCE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105" name="F1_0104_patch_90">
              <a:extLst>
                <a:ext uri="{FF2B5EF4-FFF2-40B4-BE49-F238E27FC236}">
                  <a16:creationId id="{3DC617F5-155E-4FB9-8DB0-C34AB32C246C}"/>
                </a:ext>
              </a:extLst>
            </p:cNvPr>
            <p:cNvSpPr>
              <a:spLocks/>
            </p:cNvSpPr>
            <p:nvPr/>
          </p:nvSpPr>
          <p:spPr>
            <a:xfrm>
              <a:off x="9359900" y="41402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8DACCE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106" name="F1_0105_patch_91">
              <a:extLst>
                <a:ext uri="{FF2B5EF4-FFF2-40B4-BE49-F238E27FC236}">
                  <a16:creationId id="{6BE4612E-9047-453E-818E-71011936FE9B}"/>
                </a:ext>
              </a:extLst>
            </p:cNvPr>
            <p:cNvSpPr>
              <a:spLocks/>
            </p:cNvSpPr>
            <p:nvPr/>
          </p:nvSpPr>
          <p:spPr>
            <a:xfrm>
              <a:off x="9474200" y="41402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8DACCE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107" name="F1_0106_patch_92">
              <a:extLst>
                <a:ext uri="{FF2B5EF4-FFF2-40B4-BE49-F238E27FC236}">
                  <a16:creationId id="{C6ACE2B1-77D5-4C8F-8280-4C4C699CBE79}"/>
                </a:ext>
              </a:extLst>
            </p:cNvPr>
            <p:cNvSpPr>
              <a:spLocks/>
            </p:cNvSpPr>
            <p:nvPr/>
          </p:nvSpPr>
          <p:spPr>
            <a:xfrm>
              <a:off x="9588500" y="41402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8DACCE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108" name="F1_0107_patch_93">
              <a:extLst>
                <a:ext uri="{FF2B5EF4-FFF2-40B4-BE49-F238E27FC236}">
                  <a16:creationId id="{C2FA211D-3310-4482-A580-12F192BACAAC}"/>
                </a:ext>
              </a:extLst>
            </p:cNvPr>
            <p:cNvSpPr>
              <a:spLocks/>
            </p:cNvSpPr>
            <p:nvPr/>
          </p:nvSpPr>
          <p:spPr>
            <a:xfrm>
              <a:off x="9245600" y="42545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8DACCE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109" name="F1_0108_patch_94">
              <a:extLst>
                <a:ext uri="{FF2B5EF4-FFF2-40B4-BE49-F238E27FC236}">
                  <a16:creationId id="{E9A8CC58-7A7B-4CC8-9EF4-11B7EB370AEB}"/>
                </a:ext>
              </a:extLst>
            </p:cNvPr>
            <p:cNvSpPr>
              <a:spLocks/>
            </p:cNvSpPr>
            <p:nvPr/>
          </p:nvSpPr>
          <p:spPr>
            <a:xfrm>
              <a:off x="9359900" y="42545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8DACCE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110" name="F1_0109_patch_95">
              <a:extLst>
                <a:ext uri="{FF2B5EF4-FFF2-40B4-BE49-F238E27FC236}">
                  <a16:creationId id="{4E7C90AC-78A3-4CFC-8069-63257F706CE2}"/>
                </a:ext>
              </a:extLst>
            </p:cNvPr>
            <p:cNvSpPr>
              <a:spLocks/>
            </p:cNvSpPr>
            <p:nvPr/>
          </p:nvSpPr>
          <p:spPr>
            <a:xfrm>
              <a:off x="9474200" y="42545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8DACCE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111" name="F1_0110_patch_96">
              <a:extLst>
                <a:ext uri="{FF2B5EF4-FFF2-40B4-BE49-F238E27FC236}">
                  <a16:creationId id="{D5EAD31C-25CA-4762-B175-BBB8F04B6F7C}"/>
                </a:ext>
              </a:extLst>
            </p:cNvPr>
            <p:cNvSpPr>
              <a:spLocks/>
            </p:cNvSpPr>
            <p:nvPr/>
          </p:nvSpPr>
          <p:spPr>
            <a:xfrm>
              <a:off x="9588500" y="42545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8DACCE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112" name="F1_0111_patch_97">
              <a:extLst>
                <a:ext uri="{FF2B5EF4-FFF2-40B4-BE49-F238E27FC236}">
                  <a16:creationId id="{4F9BD259-8B65-446D-9324-9AE8E8B8CDD4}"/>
                </a:ext>
              </a:extLst>
            </p:cNvPr>
            <p:cNvSpPr>
              <a:spLocks/>
            </p:cNvSpPr>
            <p:nvPr/>
          </p:nvSpPr>
          <p:spPr>
            <a:xfrm>
              <a:off x="9245600" y="43688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8DACCE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113" name="F1_0112_patch_98">
              <a:extLst>
                <a:ext uri="{FF2B5EF4-FFF2-40B4-BE49-F238E27FC236}">
                  <a16:creationId id="{8F092272-F97E-46E5-B1B1-79514A9B7C78}"/>
                </a:ext>
              </a:extLst>
            </p:cNvPr>
            <p:cNvSpPr>
              <a:spLocks/>
            </p:cNvSpPr>
            <p:nvPr/>
          </p:nvSpPr>
          <p:spPr>
            <a:xfrm>
              <a:off x="9359900" y="43688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8DACCE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114" name="F1_0113_patch_99">
              <a:extLst>
                <a:ext uri="{FF2B5EF4-FFF2-40B4-BE49-F238E27FC236}">
                  <a16:creationId id="{B0196A16-C376-4FBF-BC0F-DA39CCC4C9F4}"/>
                </a:ext>
              </a:extLst>
            </p:cNvPr>
            <p:cNvSpPr>
              <a:spLocks/>
            </p:cNvSpPr>
            <p:nvPr/>
          </p:nvSpPr>
          <p:spPr>
            <a:xfrm>
              <a:off x="9474200" y="43688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8DACCE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115" name="F1_0114_patch_100">
              <a:extLst>
                <a:ext uri="{FF2B5EF4-FFF2-40B4-BE49-F238E27FC236}">
                  <a16:creationId id="{12A089A3-3C2A-45BB-AECE-C70109AD431D}"/>
                </a:ext>
              </a:extLst>
            </p:cNvPr>
            <p:cNvSpPr>
              <a:spLocks/>
            </p:cNvSpPr>
            <p:nvPr/>
          </p:nvSpPr>
          <p:spPr>
            <a:xfrm>
              <a:off x="9588500" y="43688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8DACCE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116" name="F1_0115_patch_101">
              <a:extLst>
                <a:ext uri="{FF2B5EF4-FFF2-40B4-BE49-F238E27FC236}">
                  <a16:creationId id="{FCF1E046-5BD3-4B4E-8462-7C0F7AC55E67}"/>
                </a:ext>
              </a:extLst>
            </p:cNvPr>
            <p:cNvSpPr>
              <a:spLocks/>
            </p:cNvSpPr>
            <p:nvPr/>
          </p:nvSpPr>
          <p:spPr>
            <a:xfrm>
              <a:off x="9245600" y="44831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8DACCE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117" name="F1_0116_patch_102">
              <a:extLst>
                <a:ext uri="{FF2B5EF4-FFF2-40B4-BE49-F238E27FC236}">
                  <a16:creationId id="{950BBB39-4D35-4E88-BA22-F93996E8188C}"/>
                </a:ext>
              </a:extLst>
            </p:cNvPr>
            <p:cNvSpPr>
              <a:spLocks/>
            </p:cNvSpPr>
            <p:nvPr/>
          </p:nvSpPr>
          <p:spPr>
            <a:xfrm>
              <a:off x="9359900" y="44831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8DACCE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118" name="F1_0117_patch_103">
              <a:extLst>
                <a:ext uri="{FF2B5EF4-FFF2-40B4-BE49-F238E27FC236}">
                  <a16:creationId id="{64E84C9A-B6B1-430D-94F6-9F450E2F59EC}"/>
                </a:ext>
              </a:extLst>
            </p:cNvPr>
            <p:cNvSpPr>
              <a:spLocks/>
            </p:cNvSpPr>
            <p:nvPr/>
          </p:nvSpPr>
          <p:spPr>
            <a:xfrm>
              <a:off x="9474200" y="44831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8DACCE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119" name="F1_0118_patch_104">
              <a:extLst>
                <a:ext uri="{FF2B5EF4-FFF2-40B4-BE49-F238E27FC236}">
                  <a16:creationId id="{3D0F0623-C333-4532-96A6-3E9CDD102C7E}"/>
                </a:ext>
              </a:extLst>
            </p:cNvPr>
            <p:cNvSpPr>
              <a:spLocks/>
            </p:cNvSpPr>
            <p:nvPr/>
          </p:nvSpPr>
          <p:spPr>
            <a:xfrm>
              <a:off x="9588500" y="44831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8DACCE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120" name="F1_0119_patch_105">
              <a:extLst>
                <a:ext uri="{FF2B5EF4-FFF2-40B4-BE49-F238E27FC236}">
                  <a16:creationId id="{C53E47D8-6792-4B4E-AB35-3E22030211AE}"/>
                </a:ext>
              </a:extLst>
            </p:cNvPr>
            <p:cNvSpPr>
              <a:spLocks/>
            </p:cNvSpPr>
            <p:nvPr/>
          </p:nvSpPr>
          <p:spPr>
            <a:xfrm>
              <a:off x="12033250" y="41402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A9B9C5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121" name="F1_0120_patch_106">
              <a:extLst>
                <a:ext uri="{FF2B5EF4-FFF2-40B4-BE49-F238E27FC236}">
                  <a16:creationId id="{F619146C-3E02-4BF4-9C85-35AF7D1CCE5D}"/>
                </a:ext>
              </a:extLst>
            </p:cNvPr>
            <p:cNvSpPr>
              <a:spLocks/>
            </p:cNvSpPr>
            <p:nvPr/>
          </p:nvSpPr>
          <p:spPr>
            <a:xfrm>
              <a:off x="12033250" y="42545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A9B9C5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122" name="F1_0121_patch_107">
              <a:extLst>
                <a:ext uri="{FF2B5EF4-FFF2-40B4-BE49-F238E27FC236}">
                  <a16:creationId id="{22C25E2D-9E4C-4BE5-BE75-808A29BCF73B}"/>
                </a:ext>
              </a:extLst>
            </p:cNvPr>
            <p:cNvSpPr>
              <a:spLocks/>
            </p:cNvSpPr>
            <p:nvPr/>
          </p:nvSpPr>
          <p:spPr>
            <a:xfrm>
              <a:off x="12033250" y="43688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A9B9C5"/>
            </a:solidFill>
            <a:ln w="4445" cap="flat">
              <a:solidFill>
                <a:srgbClr val="FFFFFF"/>
              </a:solidFill>
              <a:miter/>
            </a:ln>
          </p:spPr>
        </p:sp>
        <p:sp>
          <p:nvSpPr>
            <p:cNvPr id="123" name="F1_0122_patch_108">
              <a:extLst>
                <a:ext uri="{FF2B5EF4-FFF2-40B4-BE49-F238E27FC236}">
                  <a16:creationId id="{69B0013C-F245-4A9D-8F34-61A618327F3A}"/>
                </a:ext>
              </a:extLst>
            </p:cNvPr>
            <p:cNvSpPr>
              <a:spLocks/>
            </p:cNvSpPr>
            <p:nvPr/>
          </p:nvSpPr>
          <p:spPr>
            <a:xfrm>
              <a:off x="12033250" y="4483100"/>
              <a:ext cx="99060" cy="99060"/>
            </a:xfrm>
            <a:custGeom>
              <a:avLst/>
              <a:gdLst/>
              <a:ahLst/>
              <a:cxnLst/>
              <a:rect l="0" t="0" r="99059" b="99060"/>
              <a:pathLst>
                <a:path w="99060" h="99060">
                  <a:moveTo>
                    <a:pt x="0" y="0"/>
                  </a:moveTo>
                  <a:lnTo>
                    <a:pt x="99060" y="0"/>
                  </a:lnTo>
                  <a:lnTo>
                    <a:pt x="99060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A9B9C5"/>
            </a:solidFill>
            <a:ln w="4445" cap="flat">
              <a:solidFill>
                <a:srgbClr val="FFFFFF"/>
              </a:solidFill>
              <a:miter/>
            </a:ln>
          </p:spPr>
        </p:sp>
        <p:cxnSp>
          <p:nvCxnSpPr>
            <p:cNvPr id="20017" name="Arrow patch_109" descr="Native PowerPoint arrow connector"/>
            <p:cNvCxnSpPr/>
            <p:nvPr/>
          </p:nvCxnSpPr>
          <p:spPr>
            <a:xfrm>
              <a:off x="6896100" y="4368800"/>
              <a:ext cx="2199782" cy="0"/>
            </a:xfrm>
            <a:prstGeom prst="line">
              <a:avLst/>
            </a:prstGeom>
            <a:ln w="20320" cap="rnd">
              <a:solidFill>
                <a:srgbClr val="657581"/>
              </a:solidFill>
              <a:round/>
              <a:headEnd type="none"/>
              <a:tailEnd type="triangle" w="med" len="med"/>
            </a:ln>
          </p:spPr>
        </p:cxnSp>
        <p:cxnSp>
          <p:nvCxnSpPr>
            <p:cNvPr id="20018" name="Arrow patch_110" descr="Native PowerPoint arrow connector"/>
            <p:cNvCxnSpPr/>
            <p:nvPr/>
          </p:nvCxnSpPr>
          <p:spPr>
            <a:xfrm>
              <a:off x="9829800" y="4368800"/>
              <a:ext cx="2021982" cy="0"/>
            </a:xfrm>
            <a:prstGeom prst="line">
              <a:avLst/>
            </a:prstGeom>
            <a:ln w="20320" cap="rnd">
              <a:solidFill>
                <a:srgbClr val="657581"/>
              </a:solidFill>
              <a:round/>
              <a:headEnd type="none"/>
              <a:tailEnd type="triangle" w="med" len="med"/>
            </a:ln>
          </p:spPr>
        </p:cxnSp>
        <p:cxnSp>
          <p:nvCxnSpPr>
            <p:cNvPr id="20019" name="Arrow patch_111" descr="Native PowerPoint arrow connector"/>
            <p:cNvCxnSpPr/>
            <p:nvPr/>
          </p:nvCxnSpPr>
          <p:spPr>
            <a:xfrm flipH="1">
              <a:off x="9904738" y="5257800"/>
              <a:ext cx="1817362" cy="0"/>
            </a:xfrm>
            <a:prstGeom prst="line">
              <a:avLst/>
            </a:prstGeom>
            <a:ln w="21590" cap="rnd">
              <a:solidFill>
                <a:srgbClr val="67448F"/>
              </a:solidFill>
              <a:round/>
              <a:headEnd type="none"/>
              <a:tailEnd type="triangle" w="med" len="med"/>
            </a:ln>
          </p:spPr>
        </p:cxnSp>
        <p:cxnSp>
          <p:nvCxnSpPr>
            <p:cNvPr id="20020" name="Arrow patch_112" descr="Native PowerPoint arrow connector"/>
            <p:cNvCxnSpPr/>
            <p:nvPr/>
          </p:nvCxnSpPr>
          <p:spPr>
            <a:xfrm flipH="1">
              <a:off x="7072638" y="5257800"/>
              <a:ext cx="2007862" cy="0"/>
            </a:xfrm>
            <a:prstGeom prst="line">
              <a:avLst/>
            </a:prstGeom>
            <a:ln w="21590" cap="rnd">
              <a:solidFill>
                <a:srgbClr val="67448F"/>
              </a:solidFill>
              <a:round/>
              <a:headEnd type="none"/>
              <a:tailEnd type="triangle" w="med" len="med"/>
            </a:ln>
          </p:spPr>
        </p:cxnSp>
        <p:cxnSp>
          <p:nvCxnSpPr>
            <p:cNvPr id="20021" name="Arrow patch_113" descr="Native PowerPoint arrow connector"/>
            <p:cNvCxnSpPr/>
            <p:nvPr/>
          </p:nvCxnSpPr>
          <p:spPr>
            <a:xfrm flipH="1">
              <a:off x="12470138" y="5257800"/>
              <a:ext cx="102862" cy="0"/>
            </a:xfrm>
            <a:prstGeom prst="line">
              <a:avLst/>
            </a:prstGeom>
            <a:ln w="21590" cap="rnd">
              <a:solidFill>
                <a:srgbClr val="67448F"/>
              </a:solidFill>
              <a:round/>
              <a:headEnd type="none"/>
              <a:tailEnd type="triangle" w="med" len="med"/>
            </a:ln>
          </p:spPr>
        </p:cxnSp>
        <p:cxnSp>
          <p:nvCxnSpPr>
            <p:cNvPr id="20022" name="Arrow patch_114" descr="Native PowerPoint arrow connector"/>
            <p:cNvCxnSpPr/>
            <p:nvPr/>
          </p:nvCxnSpPr>
          <p:spPr>
            <a:xfrm>
              <a:off x="8013700" y="5257800"/>
              <a:ext cx="0" cy="220001"/>
            </a:xfrm>
            <a:prstGeom prst="line">
              <a:avLst/>
            </a:prstGeom>
            <a:ln w="19050" cap="rnd">
              <a:solidFill>
                <a:srgbClr val="67448F"/>
              </a:solidFill>
              <a:round/>
              <a:headEnd type="none"/>
              <a:tailEnd type="triangle" w="med" len="med"/>
            </a:ln>
          </p:spPr>
        </p:cxnSp>
        <p:cxnSp>
          <p:nvCxnSpPr>
            <p:cNvPr id="20023" name="Arrow patch_115" descr="Native PowerPoint arrow connector"/>
            <p:cNvCxnSpPr/>
            <p:nvPr/>
          </p:nvCxnSpPr>
          <p:spPr>
            <a:xfrm>
              <a:off x="10807700" y="5257800"/>
              <a:ext cx="0" cy="220001"/>
            </a:xfrm>
            <a:prstGeom prst="line">
              <a:avLst/>
            </a:prstGeom>
            <a:ln w="19050" cap="rnd">
              <a:solidFill>
                <a:srgbClr val="67448F"/>
              </a:solidFill>
              <a:round/>
              <a:headEnd type="none"/>
              <a:tailEnd type="triangle" w="med" len="med"/>
            </a:ln>
          </p:spPr>
        </p:cxnSp>
        <p:sp>
          <p:nvSpPr>
            <p:cNvPr id="745" name="F1_0744_text_61" descr="(c) Gated DeltaNet">
              <a:extLst>
                <a:ext uri="{FF2B5EF4-FFF2-40B4-BE49-F238E27FC236}">
                  <a16:creationId id="{9FE5DB9E-04E3-4002-A4A2-CE335F802CAF}"/>
                </a:ext>
              </a:extLst>
            </p:cNvPr>
            <p:cNvSpPr>
              <a:spLocks/>
            </p:cNvSpPr>
            <p:nvPr/>
          </p:nvSpPr>
          <p:spPr>
            <a:xfrm>
              <a:off x="5980460" y="3227418"/>
              <a:ext cx="2551708" cy="3643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500" b="1" i="0" kern="1200" spc="0" dirty="0">
                  <a:solidFill>
                    <a:srgbClr val="20252B"/>
                  </a:solidFill>
                  <a:latin typeface="TimesNewRomanPS-BoldMT"/>
                  <a:ea typeface="TimesNewRomanPS-BoldMT"/>
                  <a:cs typeface="TimesNewRomanPS-BoldMT"/>
                </a:defRPr>
              </a:pPr>
              <a:r>
                <a:rPr lang="en-US" sz="2500" b="1" i="0" kern="1200" spc="0" dirty="0">
                  <a:solidFill>
                    <a:srgbClr val="20252B"/>
                  </a:solidFill>
                  <a:latin typeface="TimesNewRomanPS-BoldMT"/>
                  <a:ea typeface="TimesNewRomanPS-BoldMT"/>
                  <a:cs typeface="TimesNewRomanPS-BoldMT"/>
                </a:rPr>
                <a:t>(c) Gated DeltaNet</a:t>
              </a:r>
            </a:p>
          </p:txBody>
        </p:sp>
        <p:sp>
          <p:nvSpPr>
            <p:cNvPr id="746" name="F1_0745_text_62" descr="Memory">
              <a:extLst>
                <a:ext uri="{FF2B5EF4-FFF2-40B4-BE49-F238E27FC236}">
                  <a16:creationId id="{0B7539FB-8359-46FF-9547-BB0C6CD69F66}"/>
                </a:ext>
              </a:extLst>
            </p:cNvPr>
            <p:cNvSpPr>
              <a:spLocks/>
            </p:cNvSpPr>
            <p:nvPr/>
          </p:nvSpPr>
          <p:spPr>
            <a:xfrm>
              <a:off x="6106684" y="3749882"/>
              <a:ext cx="904677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20252B"/>
                  </a:solidFill>
                  <a:latin typeface="TimesNewRomanPSMT"/>
                  <a:ea typeface="TimesNewRomanPSMT"/>
                  <a:cs typeface="TimesNewRomanPSMT"/>
                </a:defRPr>
              </a:pPr>
              <a:r>
                <a:rPr lang="en-US" sz="2040" b="0" i="0" kern="1200" spc="0" dirty="0">
                  <a:solidFill>
                    <a:srgbClr val="20252B"/>
                  </a:solidFill>
                  <a:latin typeface="TimesNewRomanPSMT"/>
                  <a:ea typeface="TimesNewRomanPSMT"/>
                  <a:cs typeface="TimesNewRomanPSMT"/>
                </a:rPr>
                <a:t>Memory</a:t>
              </a:r>
            </a:p>
          </p:txBody>
        </p:sp>
        <p:sp>
          <p:nvSpPr>
            <p:cNvPr id="747" name="F1_0746_text_63" descr="Memory">
              <a:extLst>
                <a:ext uri="{FF2B5EF4-FFF2-40B4-BE49-F238E27FC236}">
                  <a16:creationId id="{A91D114F-93C7-4E2E-A0F8-39F309E492CA}"/>
                </a:ext>
              </a:extLst>
            </p:cNvPr>
            <p:cNvSpPr>
              <a:spLocks/>
            </p:cNvSpPr>
            <p:nvPr/>
          </p:nvSpPr>
          <p:spPr>
            <a:xfrm>
              <a:off x="9027684" y="3749882"/>
              <a:ext cx="904677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20252B"/>
                  </a:solidFill>
                  <a:latin typeface="TimesNewRomanPSMT"/>
                  <a:ea typeface="TimesNewRomanPSMT"/>
                  <a:cs typeface="TimesNewRomanPSMT"/>
                </a:defRPr>
              </a:pPr>
              <a:r>
                <a:rPr lang="en-US" sz="2040" b="0" i="0" kern="1200" spc="0" dirty="0">
                  <a:solidFill>
                    <a:srgbClr val="20252B"/>
                  </a:solidFill>
                  <a:latin typeface="TimesNewRomanPSMT"/>
                  <a:ea typeface="TimesNewRomanPSMT"/>
                  <a:cs typeface="TimesNewRomanPSMT"/>
                </a:rPr>
                <a:t>Memory</a:t>
              </a:r>
            </a:p>
          </p:txBody>
        </p:sp>
        <p:sp>
          <p:nvSpPr>
            <p:cNvPr id="748" name="F1_0747_text_64" descr="Readout">
              <a:extLst>
                <a:ext uri="{FF2B5EF4-FFF2-40B4-BE49-F238E27FC236}">
                  <a16:creationId id="{2D5A3875-3CE7-473E-B440-DEBEFBD0509B}"/>
                </a:ext>
              </a:extLst>
            </p:cNvPr>
            <p:cNvSpPr>
              <a:spLocks/>
            </p:cNvSpPr>
            <p:nvPr/>
          </p:nvSpPr>
          <p:spPr>
            <a:xfrm>
              <a:off x="11658271" y="3749882"/>
              <a:ext cx="875903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20252B"/>
                  </a:solidFill>
                  <a:latin typeface="TimesNewRomanPSMT"/>
                  <a:ea typeface="TimesNewRomanPSMT"/>
                  <a:cs typeface="TimesNewRomanPSMT"/>
                </a:defRPr>
              </a:pPr>
              <a:r>
                <a:rPr lang="en-US" sz="2040" b="0" i="0" kern="1200" spc="0" dirty="0">
                  <a:solidFill>
                    <a:srgbClr val="20252B"/>
                  </a:solidFill>
                  <a:latin typeface="TimesNewRomanPSMT"/>
                  <a:ea typeface="TimesNewRomanPSMT"/>
                  <a:cs typeface="TimesNewRomanPSMT"/>
                </a:rPr>
                <a:t>Readout</a:t>
              </a:r>
            </a:p>
          </p:txBody>
        </p:sp>
        <p:sp>
          <p:nvSpPr>
            <p:cNvPr id="749" name="F1_0748_text_65" descr="Value, key, gates">
              <a:extLst>
                <a:ext uri="{FF2B5EF4-FFF2-40B4-BE49-F238E27FC236}">
                  <a16:creationId id="{EA3BCB32-A258-43D9-A5A0-7A728428FD40}"/>
                </a:ext>
              </a:extLst>
            </p:cNvPr>
            <p:cNvSpPr>
              <a:spLocks/>
            </p:cNvSpPr>
            <p:nvPr/>
          </p:nvSpPr>
          <p:spPr>
            <a:xfrm>
              <a:off x="7144314" y="3965782"/>
              <a:ext cx="1750417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20252B"/>
                  </a:solidFill>
                  <a:latin typeface="TimesNewRomanPSMT"/>
                  <a:ea typeface="TimesNewRomanPSMT"/>
                  <a:cs typeface="TimesNewRomanPSMT"/>
                </a:defRPr>
              </a:pPr>
              <a:r>
                <a:rPr lang="en-US" sz="2040" b="0" i="0" kern="1200" spc="0" dirty="0">
                  <a:solidFill>
                    <a:srgbClr val="20252B"/>
                  </a:solidFill>
                  <a:latin typeface="TimesNewRomanPSMT"/>
                  <a:ea typeface="TimesNewRomanPSMT"/>
                  <a:cs typeface="TimesNewRomanPSMT"/>
                </a:rPr>
                <a:t>Value, key, gates</a:t>
              </a:r>
            </a:p>
          </p:txBody>
        </p:sp>
        <p:sp>
          <p:nvSpPr>
            <p:cNvPr id="750" name="F1_0749_text_66" descr="Update">
              <a:extLst>
                <a:ext uri="{FF2B5EF4-FFF2-40B4-BE49-F238E27FC236}">
                  <a16:creationId id="{1A6A9A21-3499-48C3-8EAF-B6483A4C7C30}"/>
                </a:ext>
              </a:extLst>
            </p:cNvPr>
            <p:cNvSpPr>
              <a:spLocks/>
            </p:cNvSpPr>
            <p:nvPr/>
          </p:nvSpPr>
          <p:spPr>
            <a:xfrm>
              <a:off x="7639217" y="4422982"/>
              <a:ext cx="760611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20252B"/>
                  </a:solidFill>
                  <a:latin typeface="TimesNewRomanPSMT"/>
                  <a:ea typeface="TimesNewRomanPSMT"/>
                  <a:cs typeface="TimesNewRomanPSMT"/>
                </a:defRPr>
              </a:pPr>
              <a:r>
                <a:rPr lang="en-US" sz="2040" b="0" i="0" kern="1200" spc="0" dirty="0">
                  <a:solidFill>
                    <a:srgbClr val="20252B"/>
                  </a:solidFill>
                  <a:latin typeface="TimesNewRomanPSMT"/>
                  <a:ea typeface="TimesNewRomanPSMT"/>
                  <a:cs typeface="TimesNewRomanPSMT"/>
                </a:rPr>
                <a:t>Update</a:t>
              </a:r>
            </a:p>
          </p:txBody>
        </p:sp>
        <p:sp>
          <p:nvSpPr>
            <p:cNvPr id="751" name="F1_0750_text_67" descr="Query">
              <a:extLst>
                <a:ext uri="{FF2B5EF4-FFF2-40B4-BE49-F238E27FC236}">
                  <a16:creationId id="{E70CF21D-E70C-40C1-B3E8-EF3830211C42}"/>
                </a:ext>
              </a:extLst>
            </p:cNvPr>
            <p:cNvSpPr>
              <a:spLocks/>
            </p:cNvSpPr>
            <p:nvPr/>
          </p:nvSpPr>
          <p:spPr>
            <a:xfrm>
              <a:off x="10483521" y="3965782"/>
              <a:ext cx="660003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20252B"/>
                  </a:solidFill>
                  <a:latin typeface="TimesNewRomanPSMT"/>
                  <a:ea typeface="TimesNewRomanPSMT"/>
                  <a:cs typeface="TimesNewRomanPSMT"/>
                </a:defRPr>
              </a:pPr>
              <a:r>
                <a:rPr lang="en-US" sz="2040" b="0" i="0" kern="1200" spc="0" dirty="0">
                  <a:solidFill>
                    <a:srgbClr val="20252B"/>
                  </a:solidFill>
                  <a:latin typeface="TimesNewRomanPSMT"/>
                  <a:ea typeface="TimesNewRomanPSMT"/>
                  <a:cs typeface="TimesNewRomanPSMT"/>
                </a:rPr>
                <a:t>Query</a:t>
              </a:r>
            </a:p>
          </p:txBody>
        </p:sp>
        <p:sp>
          <p:nvSpPr>
            <p:cNvPr id="752" name="F1_0751_text_68" descr="Read">
              <a:extLst>
                <a:ext uri="{FF2B5EF4-FFF2-40B4-BE49-F238E27FC236}">
                  <a16:creationId id="{97344ACD-5CF4-4428-9961-9981418B7C6C}"/>
                </a:ext>
              </a:extLst>
            </p:cNvPr>
            <p:cNvSpPr>
              <a:spLocks/>
            </p:cNvSpPr>
            <p:nvPr/>
          </p:nvSpPr>
          <p:spPr>
            <a:xfrm>
              <a:off x="10541167" y="4422982"/>
              <a:ext cx="544711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20252B"/>
                  </a:solidFill>
                  <a:latin typeface="TimesNewRomanPSMT"/>
                  <a:ea typeface="TimesNewRomanPSMT"/>
                  <a:cs typeface="TimesNewRomanPSMT"/>
                </a:defRPr>
              </a:pPr>
              <a:r>
                <a:rPr lang="en-US" sz="2040" b="0" i="0" kern="1200" spc="0" dirty="0">
                  <a:solidFill>
                    <a:srgbClr val="20252B"/>
                  </a:solidFill>
                  <a:latin typeface="TimesNewRomanPSMT"/>
                  <a:ea typeface="TimesNewRomanPSMT"/>
                  <a:cs typeface="TimesNewRomanPSMT"/>
                </a:rPr>
                <a:t>Read</a:t>
              </a:r>
            </a:p>
          </p:txBody>
        </p:sp>
        <p:grpSp>
          <p:nvGrpSpPr>
            <p:cNvPr id="10046" name="St−1"/>
            <p:cNvGrpSpPr/>
            <p:nvPr/>
          </p:nvGrpSpPr>
          <p:grpSpPr>
            <a:xfrm>
              <a:off x="6281057" y="4683831"/>
              <a:ext cx="539239" cy="472948"/>
              <a:chOff x="6281057" y="4683831"/>
              <a:chExt cx="539239" cy="472948"/>
            </a:xfrm>
          </p:grpSpPr>
          <mc:AlternateContent>
            <mc:Choice Requires="a14">
              <p:sp>
                <p:nvSpPr>
                  <p:cNvPr id="20047" name="Equation sub(S,t−1)" descr="sub(S,t−1)"/>
                  <p:cNvSpPr txBox="1"/>
                  <p:nvPr/>
                </p:nvSpPr>
                <p:spPr>
                  <a:xfrm>
                    <a:off x="6281057" y="4656094"/>
                    <a:ext cx="602739" cy="82296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>
                    <a:noAutofit/>
                  </a:bodyPr>
                  <a:lstStyle/>
                  <a:p>
                    <a:pPr algn="l">
                      <a:defRPr lang="en-US" sz="2400" b="0" i="0" smtClean="0">
                        <a:solidFill>
                          <a:srgbClr val="20252B"/>
                        </a:solidFill>
                        <a:latin typeface="Cambria Math" charset="0"/>
                        <a:ea typeface="Cambria Math" charset="0"/>
                        <a:cs typeface="Cambria Math" charset="0"/>
                      </a:defRPr>
                    </a:pPr>
                    <a14:m>
                      <m:oMathPara>
                        <m:oMathParaPr>
                          <m:jc m:val="centerGroup"/>
                        </m:oMathParaPr>
                        <m:oMath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20252B"/>
                                  </a:solidFill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20252B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20252B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</m:t>
                              </m:r>
                              <m:r>
                                <a:rPr lang="en-US" sz="2400" b="0" i="0" smtClean="0">
                                  <a:solidFill>
                                    <a:srgbClr val="20252B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en-US" sz="2400" b="0" i="0">
                      <a:solidFill>
                        <a:srgbClr val="20252B"/>
                      </a:solidFill>
                      <a:latin typeface="Cambria Math" charset="0"/>
                      <a:ea typeface="Cambria Math" charset="0"/>
                      <a:cs typeface="Cambria Math" charset="0"/>
                    </a:endParaRPr>
                  </a:p>
                </p:txBody>
              </p:sp>
            </mc:Choice>
            <mc:Fallback>
              <p:sp>
                <p:nvSpPr>
                  <p:cNvPr id="20047" name="Equation sub(S,t−1)" descr="sub(S,t−1)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1057" y="4656094"/>
                    <a:ext cx="602739" cy="822960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18085" r="-9574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047" name="St"/>
            <p:cNvGrpSpPr/>
            <p:nvPr/>
          </p:nvGrpSpPr>
          <p:grpSpPr>
            <a:xfrm>
              <a:off x="9360553" y="4683831"/>
              <a:ext cx="224694" cy="472948"/>
              <a:chOff x="9360553" y="4683831"/>
              <a:chExt cx="224694" cy="472948"/>
            </a:xfrm>
          </p:grpSpPr>
          <mc:AlternateContent>
            <mc:Choice Requires="a14">
              <p:sp>
                <p:nvSpPr>
                  <p:cNvPr id="20048" name="Equation sub(S,t)" descr="sub(S,t)"/>
                  <p:cNvSpPr txBox="1"/>
                  <p:nvPr/>
                </p:nvSpPr>
                <p:spPr>
                  <a:xfrm>
                    <a:off x="9360553" y="4656094"/>
                    <a:ext cx="288194" cy="82296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>
                    <a:noAutofit/>
                  </a:bodyPr>
                  <a:lstStyle/>
                  <a:p>
                    <a:pPr algn="l">
                      <a:defRPr lang="en-US" sz="2400" b="0" i="0" smtClean="0">
                        <a:solidFill>
                          <a:srgbClr val="20252B"/>
                        </a:solidFill>
                        <a:latin typeface="Cambria Math" charset="0"/>
                        <a:ea typeface="Cambria Math" charset="0"/>
                        <a:cs typeface="Cambria Math" charset="0"/>
                      </a:defRPr>
                    </a:pPr>
                    <a14:m>
                      <m:oMathPara>
                        <m:oMathParaPr>
                          <m:jc m:val="centerGroup"/>
                        </m:oMathParaPr>
                        <m:oMath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20252B"/>
                                  </a:solidFill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20252B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20252B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US" sz="2400" b="0" i="0">
                      <a:solidFill>
                        <a:srgbClr val="20252B"/>
                      </a:solidFill>
                      <a:latin typeface="Cambria Math" charset="0"/>
                      <a:ea typeface="Cambria Math" charset="0"/>
                      <a:cs typeface="Cambria Math" charset="0"/>
                    </a:endParaRPr>
                  </a:p>
                </p:txBody>
              </p:sp>
            </mc:Choice>
            <mc:Fallback>
              <p:sp>
                <p:nvSpPr>
                  <p:cNvPr id="20048" name="Equation sub(S,t)" descr="sub(S,t)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60553" y="4656094"/>
                    <a:ext cx="288194" cy="822960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37778" r="-17778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048" name="ot"/>
            <p:cNvGrpSpPr/>
            <p:nvPr/>
          </p:nvGrpSpPr>
          <p:grpSpPr>
            <a:xfrm>
              <a:off x="11976753" y="4690975"/>
              <a:ext cx="224694" cy="472948"/>
              <a:chOff x="11976753" y="4690975"/>
              <a:chExt cx="224694" cy="472948"/>
            </a:xfrm>
          </p:grpSpPr>
          <mc:AlternateContent>
            <mc:Choice Requires="a14">
              <p:sp>
                <p:nvSpPr>
                  <p:cNvPr id="20049" name="Equation sub(o,t)" descr="sub(o,t)"/>
                  <p:cNvSpPr txBox="1"/>
                  <p:nvPr/>
                </p:nvSpPr>
                <p:spPr>
                  <a:xfrm>
                    <a:off x="11976753" y="4663238"/>
                    <a:ext cx="288194" cy="82296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>
                    <a:noAutofit/>
                  </a:bodyPr>
                  <a:lstStyle/>
                  <a:p>
                    <a:pPr algn="l">
                      <a:defRPr lang="en-US" sz="2400" b="0" i="0" smtClean="0">
                        <a:solidFill>
                          <a:srgbClr val="20252B"/>
                        </a:solidFill>
                        <a:latin typeface="Cambria Math" charset="0"/>
                        <a:ea typeface="Cambria Math" charset="0"/>
                        <a:cs typeface="Cambria Math" charset="0"/>
                      </a:defRPr>
                    </a:pPr>
                    <a14:m>
                      <m:oMathPara>
                        <m:oMathParaPr>
                          <m:jc m:val="centerGroup"/>
                        </m:oMathParaPr>
                        <m:oMath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20252B"/>
                                  </a:solidFill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20252B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20252B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US" sz="2400" b="0" i="0">
                      <a:solidFill>
                        <a:srgbClr val="20252B"/>
                      </a:solidFill>
                      <a:latin typeface="Cambria Math" charset="0"/>
                      <a:ea typeface="Cambria Math" charset="0"/>
                      <a:cs typeface="Cambria Math" charset="0"/>
                    </a:endParaRPr>
                  </a:p>
                </p:txBody>
              </p:sp>
            </mc:Choice>
            <mc:Fallback>
              <p:sp>
                <p:nvSpPr>
                  <p:cNvPr id="20049" name="Equation sub(o,t)" descr="sub(o,t)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76753" y="4663238"/>
                    <a:ext cx="288194" cy="822960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28889" r="-17778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049" name="mSt−1"/>
            <p:cNvGrpSpPr/>
            <p:nvPr/>
          </p:nvGrpSpPr>
          <p:grpSpPr>
            <a:xfrm>
              <a:off x="6258805" y="5102513"/>
              <a:ext cx="577018" cy="453771"/>
              <a:chOff x="6258805" y="5102513"/>
              <a:chExt cx="577018" cy="453771"/>
            </a:xfrm>
          </p:grpSpPr>
          <mc:AlternateContent>
            <mc:Choice Requires="a14">
              <p:sp>
                <p:nvSpPr>
                  <p:cNvPr id="20050" name="Equation sub(m,sub(S,t−1))" descr="sub(m,sub(S,t−1))"/>
                  <p:cNvSpPr txBox="1"/>
                  <p:nvPr/>
                </p:nvSpPr>
                <p:spPr>
                  <a:xfrm>
                    <a:off x="6258805" y="5075932"/>
                    <a:ext cx="640518" cy="78867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>
                    <a:noAutofit/>
                  </a:bodyPr>
                  <a:lstStyle/>
                  <a:p>
                    <a:pPr algn="l">
                      <a:defRPr lang="en-US" sz="2300" b="0" i="0" smtClean="0">
                        <a:solidFill>
                          <a:srgbClr val="67448F"/>
                        </a:solidFill>
                        <a:latin typeface="Cambria Math" charset="0"/>
                        <a:ea typeface="Cambria Math" charset="0"/>
                        <a:cs typeface="Cambria Math" charset="0"/>
                      </a:defRPr>
                    </a:pPr>
                    <a14:m>
                      <m:oMathPara>
                        <m:oMathParaPr>
                          <m:jc m:val="centerGroup"/>
                        </m:oMathParaPr>
                        <m:oMath>
                          <m:sSub>
                            <m:sSubPr>
                              <m:ctrlPr>
                                <a:rPr lang="en-US" sz="2300" b="0" i="1" smtClean="0">
                                  <a:solidFill>
                                    <a:srgbClr val="67448F"/>
                                  </a:solidFill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300" b="0" i="1" smtClean="0">
                                  <a:solidFill>
                                    <a:srgbClr val="67448F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𝑚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300" b="0" i="1" smtClean="0">
                                      <a:solidFill>
                                        <a:srgbClr val="67448F"/>
                                      </a:solidFill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300" b="0" i="1" smtClean="0">
                                      <a:solidFill>
                                        <a:srgbClr val="67448F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300" b="0" i="1" smtClean="0">
                                      <a:solidFill>
                                        <a:srgbClr val="67448F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𝑡</m:t>
                                  </m:r>
                                  <m:r>
                                    <a:rPr lang="en-US" sz="2300" b="0" i="0" smtClean="0">
                                      <a:solidFill>
                                        <a:srgbClr val="67448F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−1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lang="en-US" sz="2300" b="0" i="0">
                      <a:solidFill>
                        <a:srgbClr val="67448F"/>
                      </a:solidFill>
                      <a:latin typeface="Cambria Math" charset="0"/>
                      <a:ea typeface="Cambria Math" charset="0"/>
                      <a:cs typeface="Cambria Math" charset="0"/>
                    </a:endParaRPr>
                  </a:p>
                </p:txBody>
              </p:sp>
            </mc:Choice>
            <mc:Fallback>
              <p:sp>
                <p:nvSpPr>
                  <p:cNvPr id="20050" name="Equation sub(m,sub(S,t−1))" descr="sub(m,sub(S,t−1))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58805" y="5075932"/>
                    <a:ext cx="640518" cy="788670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l="-12000" r="-180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050" name="mSt"/>
            <p:cNvGrpSpPr/>
            <p:nvPr/>
          </p:nvGrpSpPr>
          <p:grpSpPr>
            <a:xfrm>
              <a:off x="9284961" y="5102513"/>
              <a:ext cx="365944" cy="453771"/>
              <a:chOff x="9284961" y="5102513"/>
              <a:chExt cx="365944" cy="453771"/>
            </a:xfrm>
          </p:grpSpPr>
          <mc:AlternateContent>
            <mc:Choice Requires="a14">
              <p:sp>
                <p:nvSpPr>
                  <p:cNvPr id="20051" name="Equation sub(m,sub(S,t))" descr="sub(m,sub(S,t))"/>
                  <p:cNvSpPr txBox="1"/>
                  <p:nvPr/>
                </p:nvSpPr>
                <p:spPr>
                  <a:xfrm>
                    <a:off x="9284961" y="5075932"/>
                    <a:ext cx="429444" cy="78867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>
                    <a:noAutofit/>
                  </a:bodyPr>
                  <a:lstStyle/>
                  <a:p>
                    <a:pPr algn="l">
                      <a:defRPr lang="en-US" sz="2300" b="0" i="0" smtClean="0">
                        <a:solidFill>
                          <a:srgbClr val="67448F"/>
                        </a:solidFill>
                        <a:latin typeface="Cambria Math" charset="0"/>
                        <a:ea typeface="Cambria Math" charset="0"/>
                        <a:cs typeface="Cambria Math" charset="0"/>
                      </a:defRPr>
                    </a:pPr>
                    <a14:m>
                      <m:oMathPara>
                        <m:oMathParaPr>
                          <m:jc m:val="centerGroup"/>
                        </m:oMathParaPr>
                        <m:oMath>
                          <m:sSub>
                            <m:sSubPr>
                              <m:ctrlPr>
                                <a:rPr lang="en-US" sz="2300" b="0" i="1" smtClean="0">
                                  <a:solidFill>
                                    <a:srgbClr val="67448F"/>
                                  </a:solidFill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300" b="0" i="1" smtClean="0">
                                  <a:solidFill>
                                    <a:srgbClr val="67448F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𝑚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300" b="0" i="1" smtClean="0">
                                      <a:solidFill>
                                        <a:srgbClr val="67448F"/>
                                      </a:solidFill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300" b="0" i="1" smtClean="0">
                                      <a:solidFill>
                                        <a:srgbClr val="67448F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300" b="0" i="1" smtClean="0">
                                      <a:solidFill>
                                        <a:srgbClr val="67448F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lang="en-US" sz="2300" b="0" i="0">
                      <a:solidFill>
                        <a:srgbClr val="67448F"/>
                      </a:solidFill>
                      <a:latin typeface="Cambria Math" charset="0"/>
                      <a:ea typeface="Cambria Math" charset="0"/>
                      <a:cs typeface="Cambria Math" charset="0"/>
                    </a:endParaRPr>
                  </a:p>
                </p:txBody>
              </p:sp>
            </mc:Choice>
            <mc:Fallback>
              <p:sp>
                <p:nvSpPr>
                  <p:cNvPr id="20051" name="Equation sub(m,sub(S,t))" descr="sub(m,sub(S,t))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84961" y="5075932"/>
                    <a:ext cx="429444" cy="788670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17910" r="-1940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051" name="mot"/>
            <p:cNvGrpSpPr/>
            <p:nvPr/>
          </p:nvGrpSpPr>
          <p:grpSpPr>
            <a:xfrm>
              <a:off x="11901161" y="5102513"/>
              <a:ext cx="365944" cy="453771"/>
              <a:chOff x="11901161" y="5102513"/>
              <a:chExt cx="365944" cy="453771"/>
            </a:xfrm>
          </p:grpSpPr>
          <mc:AlternateContent>
            <mc:Choice Requires="a14">
              <p:sp>
                <p:nvSpPr>
                  <p:cNvPr id="20052" name="Equation sub(m,sub(o,t))" descr="sub(m,sub(o,t))"/>
                  <p:cNvSpPr txBox="1"/>
                  <p:nvPr/>
                </p:nvSpPr>
                <p:spPr>
                  <a:xfrm>
                    <a:off x="11901161" y="5075932"/>
                    <a:ext cx="429444" cy="78867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>
                    <a:noAutofit/>
                  </a:bodyPr>
                  <a:lstStyle/>
                  <a:p>
                    <a:pPr algn="l">
                      <a:defRPr lang="en-US" sz="2300" b="0" i="0" smtClean="0">
                        <a:solidFill>
                          <a:srgbClr val="67448F"/>
                        </a:solidFill>
                        <a:latin typeface="Cambria Math" charset="0"/>
                        <a:ea typeface="Cambria Math" charset="0"/>
                        <a:cs typeface="Cambria Math" charset="0"/>
                      </a:defRPr>
                    </a:pPr>
                    <a14:m>
                      <m:oMathPara>
                        <m:oMathParaPr>
                          <m:jc m:val="centerGroup"/>
                        </m:oMathParaPr>
                        <m:oMath>
                          <m:sSub>
                            <m:sSubPr>
                              <m:ctrlPr>
                                <a:rPr lang="en-US" sz="2300" b="0" i="1" smtClean="0">
                                  <a:solidFill>
                                    <a:srgbClr val="67448F"/>
                                  </a:solidFill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300" b="0" i="1" smtClean="0">
                                  <a:solidFill>
                                    <a:srgbClr val="67448F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𝑚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300" b="0" i="1" smtClean="0">
                                      <a:solidFill>
                                        <a:srgbClr val="67448F"/>
                                      </a:solidFill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300" b="0" i="1" smtClean="0">
                                      <a:solidFill>
                                        <a:srgbClr val="67448F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sz="2300" b="0" i="1" smtClean="0">
                                      <a:solidFill>
                                        <a:srgbClr val="67448F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lang="en-US" sz="2300" b="0" i="0">
                      <a:solidFill>
                        <a:srgbClr val="67448F"/>
                      </a:solidFill>
                      <a:latin typeface="Cambria Math" charset="0"/>
                      <a:ea typeface="Cambria Math" charset="0"/>
                      <a:cs typeface="Cambria Math" charset="0"/>
                    </a:endParaRPr>
                  </a:p>
                </p:txBody>
              </p:sp>
            </mc:Choice>
            <mc:Fallback>
              <p:sp>
                <p:nvSpPr>
                  <p:cNvPr id="20052" name="Equation sub(m,sub(o,t))" descr="sub(m,sub(o,t))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01161" y="5075932"/>
                    <a:ext cx="429444" cy="788670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17910" r="-2537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72" name="F1_0771_text_75" descr="Value, key, gate slopes">
              <a:extLst>
                <a:ext uri="{FF2B5EF4-FFF2-40B4-BE49-F238E27FC236}">
                  <a16:creationId id="{BFE8C971-8531-4B76-84BB-659CD21CDBDA}"/>
                </a:ext>
              </a:extLst>
            </p:cNvPr>
            <p:cNvSpPr>
              <a:spLocks/>
            </p:cNvSpPr>
            <p:nvPr/>
          </p:nvSpPr>
          <p:spPr>
            <a:xfrm>
              <a:off x="6838522" y="5515182"/>
              <a:ext cx="2362002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67448F"/>
                  </a:solidFill>
                  <a:latin typeface="TimesNewRomanPSMT"/>
                  <a:ea typeface="TimesNewRomanPSMT"/>
                  <a:cs typeface="TimesNewRomanPSMT"/>
                </a:defRPr>
              </a:pPr>
              <a:r>
                <a:rPr lang="en-US" sz="2040" b="0" i="0" kern="1200" spc="0" dirty="0">
                  <a:solidFill>
                    <a:srgbClr val="67448F"/>
                  </a:solidFill>
                  <a:latin typeface="TimesNewRomanPSMT"/>
                  <a:ea typeface="TimesNewRomanPSMT"/>
                  <a:cs typeface="TimesNewRomanPSMT"/>
                </a:rPr>
                <a:t>Value, key, gate slopes</a:t>
              </a:r>
            </a:p>
          </p:txBody>
        </p:sp>
        <p:sp>
          <p:nvSpPr>
            <p:cNvPr id="773" name="F1_0772_text_76" descr="Query slopes">
              <a:extLst>
                <a:ext uri="{FF2B5EF4-FFF2-40B4-BE49-F238E27FC236}">
                  <a16:creationId id="{BBDD02D3-AC8F-4A0C-9917-210F1D3CD79F}"/>
                </a:ext>
              </a:extLst>
            </p:cNvPr>
            <p:cNvSpPr>
              <a:spLocks/>
            </p:cNvSpPr>
            <p:nvPr/>
          </p:nvSpPr>
          <p:spPr>
            <a:xfrm>
              <a:off x="10305126" y="5515182"/>
              <a:ext cx="1372394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67448F"/>
                  </a:solidFill>
                  <a:latin typeface="TimesNewRomanPSMT"/>
                  <a:ea typeface="TimesNewRomanPSMT"/>
                  <a:cs typeface="TimesNewRomanPSMT"/>
                </a:defRPr>
              </a:pPr>
              <a:r>
                <a:rPr lang="en-US" sz="2040" b="0" i="0" kern="1200" spc="0" dirty="0">
                  <a:solidFill>
                    <a:srgbClr val="67448F"/>
                  </a:solidFill>
                  <a:latin typeface="TimesNewRomanPSMT"/>
                  <a:ea typeface="TimesNewRomanPSMT"/>
                  <a:cs typeface="TimesNewRomanPSMT"/>
                </a:rPr>
                <a:t>Query slopes</a:t>
              </a:r>
            </a:p>
          </p:txBody>
        </p:sp>
      </p:grpSp>
      <p:grpSp>
        <p:nvGrpSpPr>
          <p:cNvPr id="10054" name="d Evidence example"/>
          <p:cNvGrpSpPr/>
          <p:nvPr/>
        </p:nvGrpSpPr>
        <p:grpSpPr>
          <a:xfrm>
            <a:off x="188568" y="5943600"/>
            <a:ext cx="12430152" cy="3548164"/>
            <a:chOff x="188568" y="5943600"/>
            <a:chExt cx="12430152" cy="3548164"/>
          </a:xfrm>
        </p:grpSpPr>
        <p:sp>
          <p:nvSpPr>
            <p:cNvPr id="138" name="F1_0137_patch_116">
              <a:extLst>
                <a:ext uri="{FF2B5EF4-FFF2-40B4-BE49-F238E27FC236}">
                  <a16:creationId id="{1D23F93E-11D0-4EEE-A953-1F0987F2B7EF}"/>
                </a:ext>
              </a:extLst>
            </p:cNvPr>
            <p:cNvSpPr>
              <a:spLocks/>
            </p:cNvSpPr>
            <p:nvPr/>
          </p:nvSpPr>
          <p:spPr>
            <a:xfrm>
              <a:off x="521208" y="6967728"/>
              <a:ext cx="1091763" cy="302061"/>
            </a:xfrm>
            <a:custGeom>
              <a:avLst/>
              <a:gdLst/>
              <a:ahLst/>
              <a:cxnLst/>
              <a:rect l="0" t="0" r="1091763" b="302061"/>
              <a:pathLst>
                <a:path w="1091763" h="302061" stroke="0">
                  <a:moveTo>
                    <a:pt x="0" y="0"/>
                  </a:moveTo>
                  <a:lnTo>
                    <a:pt x="1091763" y="0"/>
                  </a:lnTo>
                  <a:lnTo>
                    <a:pt x="1091763" y="302061"/>
                  </a:lnTo>
                  <a:lnTo>
                    <a:pt x="0" y="302061"/>
                  </a:lnTo>
                  <a:close/>
                </a:path>
              </a:pathLst>
            </a:custGeom>
            <a:solidFill>
              <a:srgbClr val="FDFAF9"/>
            </a:solidFill>
            <a:ln w="12700" cap="flat">
              <a:noFill/>
              <a:round/>
            </a:ln>
          </p:spPr>
        </p:sp>
        <p:sp>
          <p:nvSpPr>
            <p:cNvPr id="139" name="F1_0138_patch_117">
              <a:extLst>
                <a:ext uri="{FF2B5EF4-FFF2-40B4-BE49-F238E27FC236}">
                  <a16:creationId id="{122EBC82-48B8-4FFD-BC64-322BECF19C7C}"/>
                </a:ext>
              </a:extLst>
            </p:cNvPr>
            <p:cNvSpPr>
              <a:spLocks/>
            </p:cNvSpPr>
            <p:nvPr/>
          </p:nvSpPr>
          <p:spPr>
            <a:xfrm>
              <a:off x="1612971" y="6967728"/>
              <a:ext cx="1871594" cy="302061"/>
            </a:xfrm>
            <a:custGeom>
              <a:avLst/>
              <a:gdLst/>
              <a:ahLst/>
              <a:cxnLst/>
              <a:rect l="0" t="0" r="1871593" b="302061"/>
              <a:pathLst>
                <a:path w="1871594" h="302061" stroke="0">
                  <a:moveTo>
                    <a:pt x="0" y="0"/>
                  </a:moveTo>
                  <a:lnTo>
                    <a:pt x="1871594" y="0"/>
                  </a:lnTo>
                  <a:lnTo>
                    <a:pt x="1871594" y="302061"/>
                  </a:lnTo>
                  <a:lnTo>
                    <a:pt x="0" y="302061"/>
                  </a:lnTo>
                  <a:close/>
                </a:path>
              </a:pathLst>
            </a:custGeom>
            <a:solidFill>
              <a:srgbClr val="8ABDAF"/>
            </a:solidFill>
            <a:ln w="12700" cap="flat">
              <a:noFill/>
              <a:round/>
            </a:ln>
          </p:spPr>
        </p:sp>
        <p:sp>
          <p:nvSpPr>
            <p:cNvPr id="140" name="F1_0139_patch_118">
              <a:extLst>
                <a:ext uri="{FF2B5EF4-FFF2-40B4-BE49-F238E27FC236}">
                  <a16:creationId id="{E0AB3FB9-EA7E-40B5-9FE9-DE25B7922CBC}"/>
                </a:ext>
              </a:extLst>
            </p:cNvPr>
            <p:cNvSpPr>
              <a:spLocks/>
            </p:cNvSpPr>
            <p:nvPr/>
          </p:nvSpPr>
          <p:spPr>
            <a:xfrm>
              <a:off x="3484565" y="6967728"/>
              <a:ext cx="311932" cy="302061"/>
            </a:xfrm>
            <a:custGeom>
              <a:avLst/>
              <a:gdLst/>
              <a:ahLst/>
              <a:cxnLst/>
              <a:rect l="0" t="0" r="311932" b="302061"/>
              <a:pathLst>
                <a:path w="311932" h="302061" stroke="0">
                  <a:moveTo>
                    <a:pt x="0" y="0"/>
                  </a:moveTo>
                  <a:lnTo>
                    <a:pt x="311932" y="0"/>
                  </a:lnTo>
                  <a:lnTo>
                    <a:pt x="311932" y="302061"/>
                  </a:lnTo>
                  <a:lnTo>
                    <a:pt x="0" y="302061"/>
                  </a:lnTo>
                  <a:close/>
                </a:path>
              </a:pathLst>
            </a:custGeom>
            <a:solidFill>
              <a:srgbClr val="EFF6F4"/>
            </a:solidFill>
            <a:ln w="12700" cap="flat">
              <a:noFill/>
              <a:round/>
            </a:ln>
          </p:spPr>
        </p:sp>
        <p:sp>
          <p:nvSpPr>
            <p:cNvPr id="141" name="F1_0140_patch_119">
              <a:extLst>
                <a:ext uri="{FF2B5EF4-FFF2-40B4-BE49-F238E27FC236}">
                  <a16:creationId id="{49678398-A47F-4A90-A89E-FB1595DAA9D7}"/>
                </a:ext>
              </a:extLst>
            </p:cNvPr>
            <p:cNvSpPr>
              <a:spLocks/>
            </p:cNvSpPr>
            <p:nvPr/>
          </p:nvSpPr>
          <p:spPr>
            <a:xfrm>
              <a:off x="3796497" y="6967728"/>
              <a:ext cx="779831" cy="302061"/>
            </a:xfrm>
            <a:custGeom>
              <a:avLst/>
              <a:gdLst/>
              <a:ahLst/>
              <a:cxnLst/>
              <a:rect l="0" t="0" r="779830" b="302061"/>
              <a:pathLst>
                <a:path w="779831" h="302061" stroke="0">
                  <a:moveTo>
                    <a:pt x="0" y="0"/>
                  </a:moveTo>
                  <a:lnTo>
                    <a:pt x="779831" y="0"/>
                  </a:lnTo>
                  <a:lnTo>
                    <a:pt x="779831" y="302061"/>
                  </a:lnTo>
                  <a:lnTo>
                    <a:pt x="0" y="302061"/>
                  </a:lnTo>
                  <a:close/>
                </a:path>
              </a:pathLst>
            </a:custGeom>
            <a:solidFill>
              <a:srgbClr val="C8E0DA"/>
            </a:solidFill>
            <a:ln w="12700" cap="flat">
              <a:noFill/>
              <a:round/>
            </a:ln>
          </p:spPr>
        </p:sp>
        <p:sp>
          <p:nvSpPr>
            <p:cNvPr id="142" name="F1_0141_patch_120">
              <a:extLst>
                <a:ext uri="{FF2B5EF4-FFF2-40B4-BE49-F238E27FC236}">
                  <a16:creationId id="{485E473B-B949-4EAA-A53A-A8A49C173DEC}"/>
                </a:ext>
              </a:extLst>
            </p:cNvPr>
            <p:cNvSpPr>
              <a:spLocks/>
            </p:cNvSpPr>
            <p:nvPr/>
          </p:nvSpPr>
          <p:spPr>
            <a:xfrm>
              <a:off x="521208" y="7406640"/>
              <a:ext cx="467898" cy="302061"/>
            </a:xfrm>
            <a:custGeom>
              <a:avLst/>
              <a:gdLst/>
              <a:ahLst/>
              <a:cxnLst/>
              <a:rect l="0" t="0" r="467898" b="302061"/>
              <a:pathLst>
                <a:path w="467898" h="302061" stroke="0">
                  <a:moveTo>
                    <a:pt x="0" y="0"/>
                  </a:moveTo>
                  <a:lnTo>
                    <a:pt x="467898" y="0"/>
                  </a:lnTo>
                  <a:lnTo>
                    <a:pt x="467898" y="302061"/>
                  </a:lnTo>
                  <a:lnTo>
                    <a:pt x="0" y="302061"/>
                  </a:lnTo>
                  <a:close/>
                </a:path>
              </a:pathLst>
            </a:custGeom>
            <a:solidFill>
              <a:srgbClr val="E0EEEA"/>
            </a:solidFill>
            <a:ln w="12700" cap="flat">
              <a:noFill/>
              <a:round/>
            </a:ln>
          </p:spPr>
        </p:sp>
        <p:sp>
          <p:nvSpPr>
            <p:cNvPr id="143" name="F1_0142_patch_121">
              <a:extLst>
                <a:ext uri="{FF2B5EF4-FFF2-40B4-BE49-F238E27FC236}">
                  <a16:creationId id="{7BD32AEF-00F4-48B1-8392-90282067C29D}"/>
                </a:ext>
              </a:extLst>
            </p:cNvPr>
            <p:cNvSpPr>
              <a:spLocks/>
            </p:cNvSpPr>
            <p:nvPr/>
          </p:nvSpPr>
          <p:spPr>
            <a:xfrm>
              <a:off x="989106" y="7406640"/>
              <a:ext cx="935797" cy="302061"/>
            </a:xfrm>
            <a:custGeom>
              <a:avLst/>
              <a:gdLst/>
              <a:ahLst/>
              <a:cxnLst/>
              <a:rect l="0" t="0" r="935796" b="302061"/>
              <a:pathLst>
                <a:path w="935797" h="302061" stroke="0">
                  <a:moveTo>
                    <a:pt x="0" y="0"/>
                  </a:moveTo>
                  <a:lnTo>
                    <a:pt x="935797" y="0"/>
                  </a:lnTo>
                  <a:lnTo>
                    <a:pt x="935797" y="302061"/>
                  </a:lnTo>
                  <a:lnTo>
                    <a:pt x="0" y="302061"/>
                  </a:lnTo>
                  <a:close/>
                </a:path>
              </a:pathLst>
            </a:custGeom>
            <a:solidFill>
              <a:srgbClr val="F5E2DD"/>
            </a:solidFill>
            <a:ln w="12700" cap="flat">
              <a:noFill/>
              <a:round/>
            </a:ln>
          </p:spPr>
        </p:sp>
        <p:sp>
          <p:nvSpPr>
            <p:cNvPr id="144" name="F1_0143_patch_122">
              <a:extLst>
                <a:ext uri="{FF2B5EF4-FFF2-40B4-BE49-F238E27FC236}">
                  <a16:creationId id="{52D54DD4-14BC-4FEC-BC4B-E30A700FC951}"/>
                </a:ext>
              </a:extLst>
            </p:cNvPr>
            <p:cNvSpPr>
              <a:spLocks/>
            </p:cNvSpPr>
            <p:nvPr/>
          </p:nvSpPr>
          <p:spPr>
            <a:xfrm>
              <a:off x="1924903" y="7406640"/>
              <a:ext cx="467898" cy="302061"/>
            </a:xfrm>
            <a:custGeom>
              <a:avLst/>
              <a:gdLst/>
              <a:ahLst/>
              <a:cxnLst/>
              <a:rect l="0" t="0" r="467898" b="302061"/>
              <a:pathLst>
                <a:path w="467898" h="302061" stroke="0">
                  <a:moveTo>
                    <a:pt x="0" y="0"/>
                  </a:moveTo>
                  <a:lnTo>
                    <a:pt x="467898" y="0"/>
                  </a:lnTo>
                  <a:lnTo>
                    <a:pt x="467898" y="302061"/>
                  </a:lnTo>
                  <a:lnTo>
                    <a:pt x="0" y="302061"/>
                  </a:lnTo>
                  <a:close/>
                </a:path>
              </a:pathLst>
            </a:custGeom>
            <a:solidFill>
              <a:srgbClr val="FEFFFF"/>
            </a:solidFill>
            <a:ln w="12700" cap="flat">
              <a:noFill/>
              <a:round/>
            </a:ln>
          </p:spPr>
        </p:sp>
        <p:sp>
          <p:nvSpPr>
            <p:cNvPr id="145" name="F1_0144_patch_123">
              <a:extLst>
                <a:ext uri="{FF2B5EF4-FFF2-40B4-BE49-F238E27FC236}">
                  <a16:creationId id="{C00C4680-6F28-417C-A038-5B45E01D5BE9}"/>
                </a:ext>
              </a:extLst>
            </p:cNvPr>
            <p:cNvSpPr>
              <a:spLocks/>
            </p:cNvSpPr>
            <p:nvPr/>
          </p:nvSpPr>
          <p:spPr>
            <a:xfrm>
              <a:off x="2392802" y="7406640"/>
              <a:ext cx="467898" cy="302061"/>
            </a:xfrm>
            <a:custGeom>
              <a:avLst/>
              <a:gdLst/>
              <a:ahLst/>
              <a:cxnLst/>
              <a:rect l="0" t="0" r="467898" b="302061"/>
              <a:pathLst>
                <a:path w="467898" h="302061" stroke="0">
                  <a:moveTo>
                    <a:pt x="0" y="0"/>
                  </a:moveTo>
                  <a:lnTo>
                    <a:pt x="467898" y="0"/>
                  </a:lnTo>
                  <a:lnTo>
                    <a:pt x="467898" y="302061"/>
                  </a:lnTo>
                  <a:lnTo>
                    <a:pt x="0" y="302061"/>
                  </a:lnTo>
                  <a:close/>
                </a:path>
              </a:pathLst>
            </a:custGeom>
            <a:solidFill>
              <a:srgbClr val="FDF8F6"/>
            </a:solidFill>
            <a:ln w="12700" cap="flat">
              <a:noFill/>
              <a:round/>
            </a:ln>
          </p:spPr>
        </p:sp>
        <p:sp>
          <p:nvSpPr>
            <p:cNvPr id="146" name="F1_0145_patch_124">
              <a:extLst>
                <a:ext uri="{FF2B5EF4-FFF2-40B4-BE49-F238E27FC236}">
                  <a16:creationId id="{D2CF9408-B7BE-487F-BDE6-C1CD8369E57F}"/>
                </a:ext>
              </a:extLst>
            </p:cNvPr>
            <p:cNvSpPr>
              <a:spLocks/>
            </p:cNvSpPr>
            <p:nvPr/>
          </p:nvSpPr>
          <p:spPr>
            <a:xfrm>
              <a:off x="2860700" y="7406640"/>
              <a:ext cx="1247729" cy="302061"/>
            </a:xfrm>
            <a:custGeom>
              <a:avLst/>
              <a:gdLst/>
              <a:ahLst/>
              <a:cxnLst/>
              <a:rect l="0" t="0" r="1247729" b="302061"/>
              <a:pathLst>
                <a:path w="1247729" h="302061" stroke="0">
                  <a:moveTo>
                    <a:pt x="0" y="0"/>
                  </a:moveTo>
                  <a:lnTo>
                    <a:pt x="1247729" y="0"/>
                  </a:lnTo>
                  <a:lnTo>
                    <a:pt x="1247729" y="302061"/>
                  </a:lnTo>
                  <a:lnTo>
                    <a:pt x="0" y="302061"/>
                  </a:lnTo>
                  <a:close/>
                </a:path>
              </a:pathLst>
            </a:custGeom>
            <a:solidFill>
              <a:srgbClr val="EABFB5"/>
            </a:solidFill>
            <a:ln w="12700" cap="flat">
              <a:noFill/>
              <a:round/>
            </a:ln>
          </p:spPr>
        </p:sp>
        <p:sp>
          <p:nvSpPr>
            <p:cNvPr id="147" name="F1_0146_patch_125">
              <a:extLst>
                <a:ext uri="{FF2B5EF4-FFF2-40B4-BE49-F238E27FC236}">
                  <a16:creationId id="{DFB2AA45-E48B-4765-9320-AAD57E5A703D}"/>
                </a:ext>
              </a:extLst>
            </p:cNvPr>
            <p:cNvSpPr>
              <a:spLocks/>
            </p:cNvSpPr>
            <p:nvPr/>
          </p:nvSpPr>
          <p:spPr>
            <a:xfrm>
              <a:off x="4108430" y="7406640"/>
              <a:ext cx="1091763" cy="302061"/>
            </a:xfrm>
            <a:custGeom>
              <a:avLst/>
              <a:gdLst/>
              <a:ahLst/>
              <a:cxnLst/>
              <a:rect l="0" t="0" r="1091763" b="302061"/>
              <a:pathLst>
                <a:path w="1091763" h="302061" stroke="0">
                  <a:moveTo>
                    <a:pt x="0" y="0"/>
                  </a:moveTo>
                  <a:lnTo>
                    <a:pt x="1091763" y="0"/>
                  </a:lnTo>
                  <a:lnTo>
                    <a:pt x="1091763" y="302061"/>
                  </a:lnTo>
                  <a:lnTo>
                    <a:pt x="0" y="302061"/>
                  </a:lnTo>
                  <a:close/>
                </a:path>
              </a:pathLst>
            </a:custGeom>
            <a:solidFill>
              <a:srgbClr val="F6FAF9"/>
            </a:solidFill>
            <a:ln w="12700" cap="flat">
              <a:noFill/>
              <a:round/>
            </a:ln>
          </p:spPr>
        </p:sp>
        <p:sp>
          <p:nvSpPr>
            <p:cNvPr id="148" name="F1_0147_patch_126">
              <a:extLst>
                <a:ext uri="{FF2B5EF4-FFF2-40B4-BE49-F238E27FC236}">
                  <a16:creationId id="{61261D91-CCA2-432C-A3A0-231FF5934652}"/>
                </a:ext>
              </a:extLst>
            </p:cNvPr>
            <p:cNvSpPr>
              <a:spLocks/>
            </p:cNvSpPr>
            <p:nvPr/>
          </p:nvSpPr>
          <p:spPr>
            <a:xfrm>
              <a:off x="5200193" y="7406640"/>
              <a:ext cx="155966" cy="302061"/>
            </a:xfrm>
            <a:custGeom>
              <a:avLst/>
              <a:gdLst/>
              <a:ahLst/>
              <a:cxnLst/>
              <a:rect l="0" t="0" r="155966" b="302061"/>
              <a:pathLst>
                <a:path w="155966" h="302061" stroke="0">
                  <a:moveTo>
                    <a:pt x="0" y="0"/>
                  </a:moveTo>
                  <a:lnTo>
                    <a:pt x="155966" y="0"/>
                  </a:lnTo>
                  <a:lnTo>
                    <a:pt x="155966" y="302061"/>
                  </a:lnTo>
                  <a:lnTo>
                    <a:pt x="0" y="302061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</p:spPr>
        </p:sp>
        <p:sp>
          <p:nvSpPr>
            <p:cNvPr id="149" name="F1_0148_patch_127">
              <a:extLst>
                <a:ext uri="{FF2B5EF4-FFF2-40B4-BE49-F238E27FC236}">
                  <a16:creationId id="{19B9F91E-3D78-4117-9430-864D712BC6C8}"/>
                </a:ext>
              </a:extLst>
            </p:cNvPr>
            <p:cNvSpPr>
              <a:spLocks/>
            </p:cNvSpPr>
            <p:nvPr/>
          </p:nvSpPr>
          <p:spPr>
            <a:xfrm>
              <a:off x="521208" y="8257032"/>
              <a:ext cx="467898" cy="302061"/>
            </a:xfrm>
            <a:custGeom>
              <a:avLst/>
              <a:gdLst/>
              <a:ahLst/>
              <a:cxnLst/>
              <a:rect l="0" t="0" r="467898" b="302061"/>
              <a:pathLst>
                <a:path w="467898" h="302061" stroke="0">
                  <a:moveTo>
                    <a:pt x="0" y="0"/>
                  </a:moveTo>
                  <a:lnTo>
                    <a:pt x="467898" y="0"/>
                  </a:lnTo>
                  <a:lnTo>
                    <a:pt x="467898" y="302061"/>
                  </a:lnTo>
                  <a:lnTo>
                    <a:pt x="0" y="302061"/>
                  </a:lnTo>
                  <a:close/>
                </a:path>
              </a:pathLst>
            </a:custGeom>
            <a:solidFill>
              <a:srgbClr val="D8E9E4"/>
            </a:solidFill>
            <a:ln w="12700" cap="flat">
              <a:noFill/>
              <a:round/>
            </a:ln>
          </p:spPr>
        </p:sp>
        <p:sp>
          <p:nvSpPr>
            <p:cNvPr id="150" name="F1_0149_patch_128">
              <a:extLst>
                <a:ext uri="{FF2B5EF4-FFF2-40B4-BE49-F238E27FC236}">
                  <a16:creationId id="{EE4C2874-B6D2-466E-A31A-C1767C9320C3}"/>
                </a:ext>
              </a:extLst>
            </p:cNvPr>
            <p:cNvSpPr>
              <a:spLocks/>
            </p:cNvSpPr>
            <p:nvPr/>
          </p:nvSpPr>
          <p:spPr>
            <a:xfrm>
              <a:off x="989106" y="8257032"/>
              <a:ext cx="1091763" cy="302061"/>
            </a:xfrm>
            <a:custGeom>
              <a:avLst/>
              <a:gdLst/>
              <a:ahLst/>
              <a:cxnLst/>
              <a:rect l="0" t="0" r="1091763" b="302061"/>
              <a:pathLst>
                <a:path w="1091763" h="302061" stroke="0">
                  <a:moveTo>
                    <a:pt x="0" y="0"/>
                  </a:moveTo>
                  <a:lnTo>
                    <a:pt x="1091763" y="0"/>
                  </a:lnTo>
                  <a:lnTo>
                    <a:pt x="1091763" y="302061"/>
                  </a:lnTo>
                  <a:lnTo>
                    <a:pt x="0" y="302061"/>
                  </a:lnTo>
                  <a:close/>
                </a:path>
              </a:pathLst>
            </a:custGeom>
            <a:solidFill>
              <a:srgbClr val="4F9C87"/>
            </a:solidFill>
            <a:ln w="12700" cap="flat">
              <a:noFill/>
              <a:round/>
            </a:ln>
          </p:spPr>
        </p:sp>
        <p:sp>
          <p:nvSpPr>
            <p:cNvPr id="151" name="F1_0150_patch_129">
              <a:extLst>
                <a:ext uri="{FF2B5EF4-FFF2-40B4-BE49-F238E27FC236}">
                  <a16:creationId id="{B36506B7-4449-43CE-997B-0F8C8CA6EA20}"/>
                </a:ext>
              </a:extLst>
            </p:cNvPr>
            <p:cNvSpPr>
              <a:spLocks/>
            </p:cNvSpPr>
            <p:nvPr/>
          </p:nvSpPr>
          <p:spPr>
            <a:xfrm>
              <a:off x="2080870" y="8257032"/>
              <a:ext cx="467898" cy="302061"/>
            </a:xfrm>
            <a:custGeom>
              <a:avLst/>
              <a:gdLst/>
              <a:ahLst/>
              <a:cxnLst/>
              <a:rect l="0" t="0" r="467898" b="302061"/>
              <a:pathLst>
                <a:path w="467898" h="302061" stroke="0">
                  <a:moveTo>
                    <a:pt x="0" y="0"/>
                  </a:moveTo>
                  <a:lnTo>
                    <a:pt x="467898" y="0"/>
                  </a:lnTo>
                  <a:lnTo>
                    <a:pt x="467898" y="302061"/>
                  </a:lnTo>
                  <a:lnTo>
                    <a:pt x="0" y="302061"/>
                  </a:lnTo>
                  <a:close/>
                </a:path>
              </a:pathLst>
            </a:custGeom>
            <a:solidFill>
              <a:srgbClr val="A3CBC0"/>
            </a:solidFill>
            <a:ln w="12700" cap="flat">
              <a:noFill/>
              <a:round/>
            </a:ln>
          </p:spPr>
        </p:sp>
        <p:sp>
          <p:nvSpPr>
            <p:cNvPr id="152" name="F1_0151_patch_130">
              <a:extLst>
                <a:ext uri="{FF2B5EF4-FFF2-40B4-BE49-F238E27FC236}">
                  <a16:creationId id="{F25E9053-A079-4DBB-AEBA-DEEB2CD42F4A}"/>
                </a:ext>
              </a:extLst>
            </p:cNvPr>
            <p:cNvSpPr>
              <a:spLocks/>
            </p:cNvSpPr>
            <p:nvPr/>
          </p:nvSpPr>
          <p:spPr>
            <a:xfrm>
              <a:off x="2548768" y="8257032"/>
              <a:ext cx="623865" cy="302061"/>
            </a:xfrm>
            <a:custGeom>
              <a:avLst/>
              <a:gdLst/>
              <a:ahLst/>
              <a:cxnLst/>
              <a:rect l="0" t="0" r="623864" b="302061"/>
              <a:pathLst>
                <a:path w="623865" h="302061" stroke="0">
                  <a:moveTo>
                    <a:pt x="0" y="0"/>
                  </a:moveTo>
                  <a:lnTo>
                    <a:pt x="623865" y="0"/>
                  </a:lnTo>
                  <a:lnTo>
                    <a:pt x="623865" y="302061"/>
                  </a:lnTo>
                  <a:lnTo>
                    <a:pt x="0" y="302061"/>
                  </a:lnTo>
                  <a:close/>
                </a:path>
              </a:pathLst>
            </a:custGeom>
            <a:solidFill>
              <a:srgbClr val="E0EEEA"/>
            </a:solidFill>
            <a:ln w="12700" cap="flat">
              <a:noFill/>
              <a:round/>
            </a:ln>
          </p:spPr>
        </p:sp>
        <p:sp>
          <p:nvSpPr>
            <p:cNvPr id="153" name="F1_0152_patch_131">
              <a:extLst>
                <a:ext uri="{FF2B5EF4-FFF2-40B4-BE49-F238E27FC236}">
                  <a16:creationId id="{B5E757AE-1271-4718-B4C7-9366572A8E4A}"/>
                </a:ext>
              </a:extLst>
            </p:cNvPr>
            <p:cNvSpPr>
              <a:spLocks/>
            </p:cNvSpPr>
            <p:nvPr/>
          </p:nvSpPr>
          <p:spPr>
            <a:xfrm>
              <a:off x="3172633" y="8257032"/>
              <a:ext cx="779831" cy="302061"/>
            </a:xfrm>
            <a:custGeom>
              <a:avLst/>
              <a:gdLst/>
              <a:ahLst/>
              <a:cxnLst/>
              <a:rect l="0" t="0" r="779830" b="302061"/>
              <a:pathLst>
                <a:path w="779831" h="302061" stroke="0">
                  <a:moveTo>
                    <a:pt x="0" y="0"/>
                  </a:moveTo>
                  <a:lnTo>
                    <a:pt x="779831" y="0"/>
                  </a:lnTo>
                  <a:lnTo>
                    <a:pt x="779831" y="302061"/>
                  </a:lnTo>
                  <a:lnTo>
                    <a:pt x="0" y="302061"/>
                  </a:lnTo>
                  <a:close/>
                </a:path>
              </a:pathLst>
            </a:custGeom>
            <a:solidFill>
              <a:srgbClr val="ECF5F2"/>
            </a:solidFill>
            <a:ln w="12700" cap="flat">
              <a:noFill/>
              <a:round/>
            </a:ln>
          </p:spPr>
        </p:sp>
        <p:sp>
          <p:nvSpPr>
            <p:cNvPr id="154" name="F1_0153_patch_132">
              <a:extLst>
                <a:ext uri="{FF2B5EF4-FFF2-40B4-BE49-F238E27FC236}">
                  <a16:creationId id="{82240CB2-92AE-420F-9F18-E890B8BD40AF}"/>
                </a:ext>
              </a:extLst>
            </p:cNvPr>
            <p:cNvSpPr>
              <a:spLocks/>
            </p:cNvSpPr>
            <p:nvPr/>
          </p:nvSpPr>
          <p:spPr>
            <a:xfrm>
              <a:off x="9381744" y="6583680"/>
              <a:ext cx="3227832" cy="1783080"/>
            </a:xfrm>
            <a:custGeom>
              <a:avLst/>
              <a:gdLst/>
              <a:ahLst/>
              <a:cxnLst/>
              <a:rect l="0" t="0" r="3227831" b="1783079"/>
              <a:pathLst>
                <a:path w="3227832" h="1783080">
                  <a:moveTo>
                    <a:pt x="91440" y="0"/>
                  </a:moveTo>
                  <a:lnTo>
                    <a:pt x="3136392" y="0"/>
                  </a:lnTo>
                  <a:quadBezTo>
                    <a:pt x="3227832" y="0"/>
                    <a:pt x="3227832" y="91440"/>
                  </a:quadBezTo>
                  <a:lnTo>
                    <a:pt x="3227832" y="1691640"/>
                  </a:lnTo>
                  <a:quadBezTo>
                    <a:pt x="3227832" y="1783080"/>
                    <a:pt x="3136392" y="1783080"/>
                  </a:quadBezTo>
                  <a:lnTo>
                    <a:pt x="91440" y="1783080"/>
                  </a:lnTo>
                  <a:quadBezTo>
                    <a:pt x="0" y="1783080"/>
                    <a:pt x="0" y="1691640"/>
                  </a:quadBezTo>
                  <a:lnTo>
                    <a:pt x="0" y="91440"/>
                  </a:lnTo>
                  <a:quadBezTo>
                    <a:pt x="0" y="0"/>
                    <a:pt x="91440" y="0"/>
                  </a:quadBezTo>
                  <a:close/>
                </a:path>
              </a:pathLst>
            </a:custGeom>
            <a:solidFill>
              <a:srgbClr val="FCF8ED"/>
            </a:solidFill>
            <a:ln w="12700" cap="flat">
              <a:solidFill>
                <a:srgbClr val="D7BE8A"/>
              </a:solidFill>
              <a:miter/>
            </a:ln>
          </p:spPr>
        </p:sp>
        <p:sp>
          <p:nvSpPr>
            <p:cNvPr id="155" name="F1_0154_patch_133">
              <a:extLst>
                <a:ext uri="{FF2B5EF4-FFF2-40B4-BE49-F238E27FC236}">
                  <a16:creationId id="{218A9445-FC72-47E3-8105-547CD0B239A3}"/>
                </a:ext>
              </a:extLst>
            </p:cNvPr>
            <p:cNvSpPr>
              <a:spLocks/>
            </p:cNvSpPr>
            <p:nvPr/>
          </p:nvSpPr>
          <p:spPr>
            <a:xfrm>
              <a:off x="521208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4F9C87"/>
            </a:solidFill>
            <a:ln w="12700" cap="flat">
              <a:noFill/>
              <a:round/>
            </a:ln>
          </p:spPr>
        </p:sp>
        <p:sp>
          <p:nvSpPr>
            <p:cNvPr id="156" name="F1_0155_patch_134">
              <a:extLst>
                <a:ext uri="{FF2B5EF4-FFF2-40B4-BE49-F238E27FC236}">
                  <a16:creationId id="{BFAC4CD3-C4CD-4FAE-B55F-F9C3FCB961F9}"/>
                </a:ext>
              </a:extLst>
            </p:cNvPr>
            <p:cNvSpPr>
              <a:spLocks/>
            </p:cNvSpPr>
            <p:nvPr/>
          </p:nvSpPr>
          <p:spPr>
            <a:xfrm>
              <a:off x="561006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4F9C87"/>
            </a:solidFill>
            <a:ln w="12700" cap="flat">
              <a:noFill/>
              <a:round/>
            </a:ln>
          </p:spPr>
        </p:sp>
        <p:sp>
          <p:nvSpPr>
            <p:cNvPr id="157" name="F1_0156_patch_135">
              <a:extLst>
                <a:ext uri="{FF2B5EF4-FFF2-40B4-BE49-F238E27FC236}">
                  <a16:creationId id="{CBD40EB8-EF95-4DA8-981C-C764C859390D}"/>
                </a:ext>
              </a:extLst>
            </p:cNvPr>
            <p:cNvSpPr>
              <a:spLocks/>
            </p:cNvSpPr>
            <p:nvPr/>
          </p:nvSpPr>
          <p:spPr>
            <a:xfrm>
              <a:off x="600804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9BDAF"/>
            </a:solidFill>
            <a:ln w="12700" cap="flat">
              <a:noFill/>
              <a:round/>
            </a:ln>
          </p:spPr>
        </p:sp>
        <p:sp>
          <p:nvSpPr>
            <p:cNvPr id="158" name="F1_0157_patch_136">
              <a:extLst>
                <a:ext uri="{FF2B5EF4-FFF2-40B4-BE49-F238E27FC236}">
                  <a16:creationId id="{99C501B3-3C9D-4E14-B7A8-976FE83F0B5D}"/>
                </a:ext>
              </a:extLst>
            </p:cNvPr>
            <p:cNvSpPr>
              <a:spLocks/>
            </p:cNvSpPr>
            <p:nvPr/>
          </p:nvSpPr>
          <p:spPr>
            <a:xfrm>
              <a:off x="640603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7F1EF"/>
            </a:solidFill>
            <a:ln w="12700" cap="flat">
              <a:noFill/>
              <a:round/>
            </a:ln>
          </p:spPr>
        </p:sp>
        <p:sp>
          <p:nvSpPr>
            <p:cNvPr id="159" name="F1_0158_patch_137">
              <a:extLst>
                <a:ext uri="{FF2B5EF4-FFF2-40B4-BE49-F238E27FC236}">
                  <a16:creationId id="{84545556-A1D5-4410-84B2-625C4D57044B}"/>
                </a:ext>
              </a:extLst>
            </p:cNvPr>
            <p:cNvSpPr>
              <a:spLocks/>
            </p:cNvSpPr>
            <p:nvPr/>
          </p:nvSpPr>
          <p:spPr>
            <a:xfrm>
              <a:off x="680401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A0CABF"/>
            </a:solidFill>
            <a:ln w="12700" cap="flat">
              <a:noFill/>
              <a:round/>
            </a:ln>
          </p:spPr>
        </p:sp>
        <p:sp>
          <p:nvSpPr>
            <p:cNvPr id="160" name="F1_0159_patch_138">
              <a:extLst>
                <a:ext uri="{FF2B5EF4-FFF2-40B4-BE49-F238E27FC236}">
                  <a16:creationId id="{912A1139-4A54-4310-8CC3-C395AD715F5A}"/>
                </a:ext>
              </a:extLst>
            </p:cNvPr>
            <p:cNvSpPr>
              <a:spLocks/>
            </p:cNvSpPr>
            <p:nvPr/>
          </p:nvSpPr>
          <p:spPr>
            <a:xfrm>
              <a:off x="720199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B8D7CF"/>
            </a:solidFill>
            <a:ln w="12700" cap="flat">
              <a:noFill/>
              <a:round/>
            </a:ln>
          </p:spPr>
        </p:sp>
        <p:sp>
          <p:nvSpPr>
            <p:cNvPr id="161" name="F1_0160_patch_139">
              <a:extLst>
                <a:ext uri="{FF2B5EF4-FFF2-40B4-BE49-F238E27FC236}">
                  <a16:creationId id="{336A2A72-31A0-4486-93F3-C337B636257D}"/>
                </a:ext>
              </a:extLst>
            </p:cNvPr>
            <p:cNvSpPr>
              <a:spLocks/>
            </p:cNvSpPr>
            <p:nvPr/>
          </p:nvSpPr>
          <p:spPr>
            <a:xfrm>
              <a:off x="759997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</p:spPr>
        </p:sp>
        <p:sp>
          <p:nvSpPr>
            <p:cNvPr id="162" name="F1_0161_patch_140">
              <a:extLst>
                <a:ext uri="{FF2B5EF4-FFF2-40B4-BE49-F238E27FC236}">
                  <a16:creationId id="{F7BFEB97-7E35-4F6E-9317-E609985EA707}"/>
                </a:ext>
              </a:extLst>
            </p:cNvPr>
            <p:cNvSpPr>
              <a:spLocks/>
            </p:cNvSpPr>
            <p:nvPr/>
          </p:nvSpPr>
          <p:spPr>
            <a:xfrm>
              <a:off x="799795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FEDE9"/>
            </a:solidFill>
            <a:ln w="12700" cap="flat">
              <a:noFill/>
              <a:round/>
            </a:ln>
          </p:spPr>
        </p:sp>
        <p:sp>
          <p:nvSpPr>
            <p:cNvPr id="163" name="F1_0162_patch_141">
              <a:extLst>
                <a:ext uri="{FF2B5EF4-FFF2-40B4-BE49-F238E27FC236}">
                  <a16:creationId id="{6B27C50E-53C9-4D97-B0A5-08D3AA573BE6}"/>
                </a:ext>
              </a:extLst>
            </p:cNvPr>
            <p:cNvSpPr>
              <a:spLocks/>
            </p:cNvSpPr>
            <p:nvPr/>
          </p:nvSpPr>
          <p:spPr>
            <a:xfrm>
              <a:off x="839593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6FAF9"/>
            </a:solidFill>
            <a:ln w="12700" cap="flat">
              <a:noFill/>
              <a:round/>
            </a:ln>
          </p:spPr>
        </p:sp>
        <p:sp>
          <p:nvSpPr>
            <p:cNvPr id="164" name="F1_0163_patch_142">
              <a:extLst>
                <a:ext uri="{FF2B5EF4-FFF2-40B4-BE49-F238E27FC236}">
                  <a16:creationId id="{BD9222DF-5DF4-4881-B0ED-D6B4136B00D1}"/>
                </a:ext>
              </a:extLst>
            </p:cNvPr>
            <p:cNvSpPr>
              <a:spLocks/>
            </p:cNvSpPr>
            <p:nvPr/>
          </p:nvSpPr>
          <p:spPr>
            <a:xfrm>
              <a:off x="879392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1F7F5"/>
            </a:solidFill>
            <a:ln w="12700" cap="flat">
              <a:noFill/>
              <a:round/>
            </a:ln>
          </p:spPr>
        </p:sp>
        <p:sp>
          <p:nvSpPr>
            <p:cNvPr id="165" name="F1_0164_patch_143">
              <a:extLst>
                <a:ext uri="{FF2B5EF4-FFF2-40B4-BE49-F238E27FC236}">
                  <a16:creationId id="{4808B751-CB86-4413-83EE-AC109EB7F19C}"/>
                </a:ext>
              </a:extLst>
            </p:cNvPr>
            <p:cNvSpPr>
              <a:spLocks/>
            </p:cNvSpPr>
            <p:nvPr/>
          </p:nvSpPr>
          <p:spPr>
            <a:xfrm>
              <a:off x="919190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FFF"/>
            </a:solidFill>
            <a:ln w="12700" cap="flat">
              <a:noFill/>
              <a:round/>
            </a:ln>
          </p:spPr>
        </p:sp>
        <p:sp>
          <p:nvSpPr>
            <p:cNvPr id="166" name="F1_0165_patch_144">
              <a:extLst>
                <a:ext uri="{FF2B5EF4-FFF2-40B4-BE49-F238E27FC236}">
                  <a16:creationId id="{D6B95F09-879B-4A74-9D0C-26588E6CD776}"/>
                </a:ext>
              </a:extLst>
            </p:cNvPr>
            <p:cNvSpPr>
              <a:spLocks/>
            </p:cNvSpPr>
            <p:nvPr/>
          </p:nvSpPr>
          <p:spPr>
            <a:xfrm>
              <a:off x="958988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4F9C87"/>
            </a:solidFill>
            <a:ln w="12700" cap="flat">
              <a:noFill/>
              <a:round/>
            </a:ln>
          </p:spPr>
        </p:sp>
        <p:sp>
          <p:nvSpPr>
            <p:cNvPr id="167" name="F1_0166_patch_145">
              <a:extLst>
                <a:ext uri="{FF2B5EF4-FFF2-40B4-BE49-F238E27FC236}">
                  <a16:creationId id="{3D1D7879-3B34-4753-9ACD-B5218DB564E3}"/>
                </a:ext>
              </a:extLst>
            </p:cNvPr>
            <p:cNvSpPr>
              <a:spLocks/>
            </p:cNvSpPr>
            <p:nvPr/>
          </p:nvSpPr>
          <p:spPr>
            <a:xfrm>
              <a:off x="998786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6E8E3"/>
            </a:solidFill>
            <a:ln w="12700" cap="flat">
              <a:noFill/>
              <a:round/>
            </a:ln>
          </p:spPr>
        </p:sp>
        <p:sp>
          <p:nvSpPr>
            <p:cNvPr id="168" name="F1_0167_patch_146">
              <a:extLst>
                <a:ext uri="{FF2B5EF4-FFF2-40B4-BE49-F238E27FC236}">
                  <a16:creationId id="{AB93BE66-2A39-43A5-BA98-AE6976EFD4BF}"/>
                </a:ext>
              </a:extLst>
            </p:cNvPr>
            <p:cNvSpPr>
              <a:spLocks/>
            </p:cNvSpPr>
            <p:nvPr/>
          </p:nvSpPr>
          <p:spPr>
            <a:xfrm>
              <a:off x="1038584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1B8A9"/>
            </a:solidFill>
            <a:ln w="12700" cap="flat">
              <a:noFill/>
              <a:round/>
            </a:ln>
          </p:spPr>
        </p:sp>
        <p:sp>
          <p:nvSpPr>
            <p:cNvPr id="169" name="F1_0168_patch_147">
              <a:extLst>
                <a:ext uri="{FF2B5EF4-FFF2-40B4-BE49-F238E27FC236}">
                  <a16:creationId id="{BBC21274-3186-4649-B9E0-F75AB2278E94}"/>
                </a:ext>
              </a:extLst>
            </p:cNvPr>
            <p:cNvSpPr>
              <a:spLocks/>
            </p:cNvSpPr>
            <p:nvPr/>
          </p:nvSpPr>
          <p:spPr>
            <a:xfrm>
              <a:off x="1078382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1E5DF"/>
            </a:solidFill>
            <a:ln w="12700" cap="flat">
              <a:noFill/>
              <a:round/>
            </a:ln>
          </p:spPr>
        </p:sp>
        <p:sp>
          <p:nvSpPr>
            <p:cNvPr id="170" name="F1_0169_patch_148">
              <a:extLst>
                <a:ext uri="{FF2B5EF4-FFF2-40B4-BE49-F238E27FC236}">
                  <a16:creationId id="{34AC68AA-EEAF-4C0B-BA5A-1817BDFCB3D2}"/>
                </a:ext>
              </a:extLst>
            </p:cNvPr>
            <p:cNvSpPr>
              <a:spLocks/>
            </p:cNvSpPr>
            <p:nvPr/>
          </p:nvSpPr>
          <p:spPr>
            <a:xfrm>
              <a:off x="1118181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2D8D1"/>
            </a:solidFill>
            <a:ln w="12700" cap="flat">
              <a:noFill/>
              <a:round/>
            </a:ln>
          </p:spPr>
        </p:sp>
        <p:sp>
          <p:nvSpPr>
            <p:cNvPr id="171" name="F1_0170_patch_149">
              <a:extLst>
                <a:ext uri="{FF2B5EF4-FFF2-40B4-BE49-F238E27FC236}">
                  <a16:creationId id="{C68AA189-9082-4DE2-B4C8-5E9A864E2F8C}"/>
                </a:ext>
              </a:extLst>
            </p:cNvPr>
            <p:cNvSpPr>
              <a:spLocks/>
            </p:cNvSpPr>
            <p:nvPr/>
          </p:nvSpPr>
          <p:spPr>
            <a:xfrm>
              <a:off x="1157979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1E5DF"/>
            </a:solidFill>
            <a:ln w="12700" cap="flat">
              <a:noFill/>
              <a:round/>
            </a:ln>
          </p:spPr>
        </p:sp>
        <p:sp>
          <p:nvSpPr>
            <p:cNvPr id="172" name="F1_0171_patch_150">
              <a:extLst>
                <a:ext uri="{FF2B5EF4-FFF2-40B4-BE49-F238E27FC236}">
                  <a16:creationId id="{B9AD7913-2FA8-4D01-ADDD-3DA340AC7E19}"/>
                </a:ext>
              </a:extLst>
            </p:cNvPr>
            <p:cNvSpPr>
              <a:spLocks/>
            </p:cNvSpPr>
            <p:nvPr/>
          </p:nvSpPr>
          <p:spPr>
            <a:xfrm>
              <a:off x="1197777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CF7F5"/>
            </a:solidFill>
            <a:ln w="12700" cap="flat">
              <a:noFill/>
              <a:round/>
            </a:ln>
          </p:spPr>
        </p:sp>
        <p:sp>
          <p:nvSpPr>
            <p:cNvPr id="173" name="F1_0172_patch_151">
              <a:extLst>
                <a:ext uri="{FF2B5EF4-FFF2-40B4-BE49-F238E27FC236}">
                  <a16:creationId id="{2665D364-C545-416F-96BA-2563234EF700}"/>
                </a:ext>
              </a:extLst>
            </p:cNvPr>
            <p:cNvSpPr>
              <a:spLocks/>
            </p:cNvSpPr>
            <p:nvPr/>
          </p:nvSpPr>
          <p:spPr>
            <a:xfrm>
              <a:off x="1237575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7FBFA"/>
            </a:solidFill>
            <a:ln w="12700" cap="flat">
              <a:noFill/>
              <a:round/>
            </a:ln>
          </p:spPr>
        </p:sp>
        <p:sp>
          <p:nvSpPr>
            <p:cNvPr id="174" name="F1_0173_patch_152">
              <a:extLst>
                <a:ext uri="{FF2B5EF4-FFF2-40B4-BE49-F238E27FC236}">
                  <a16:creationId id="{E45C78F8-1752-4C65-909B-603AC4DFF8F6}"/>
                </a:ext>
              </a:extLst>
            </p:cNvPr>
            <p:cNvSpPr>
              <a:spLocks/>
            </p:cNvSpPr>
            <p:nvPr/>
          </p:nvSpPr>
          <p:spPr>
            <a:xfrm>
              <a:off x="1277373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BF4F2"/>
            </a:solidFill>
            <a:ln w="12700" cap="flat">
              <a:noFill/>
              <a:round/>
            </a:ln>
          </p:spPr>
        </p:sp>
        <p:sp>
          <p:nvSpPr>
            <p:cNvPr id="175" name="F1_0174_patch_153">
              <a:extLst>
                <a:ext uri="{FF2B5EF4-FFF2-40B4-BE49-F238E27FC236}">
                  <a16:creationId id="{08FDD4DD-D680-40A0-B203-A35452B5F4C6}"/>
                </a:ext>
              </a:extLst>
            </p:cNvPr>
            <p:cNvSpPr>
              <a:spLocks/>
            </p:cNvSpPr>
            <p:nvPr/>
          </p:nvSpPr>
          <p:spPr>
            <a:xfrm>
              <a:off x="1317171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4E7E1"/>
            </a:solidFill>
            <a:ln w="12700" cap="flat">
              <a:noFill/>
              <a:round/>
            </a:ln>
          </p:spPr>
        </p:sp>
        <p:sp>
          <p:nvSpPr>
            <p:cNvPr id="176" name="F1_0175_patch_154">
              <a:extLst>
                <a:ext uri="{FF2B5EF4-FFF2-40B4-BE49-F238E27FC236}">
                  <a16:creationId id="{0EB7C5E9-42AC-40C0-96B5-4D2407CB81DC}"/>
                </a:ext>
              </a:extLst>
            </p:cNvPr>
            <p:cNvSpPr>
              <a:spLocks/>
            </p:cNvSpPr>
            <p:nvPr/>
          </p:nvSpPr>
          <p:spPr>
            <a:xfrm>
              <a:off x="1356970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9EAE5"/>
            </a:solidFill>
            <a:ln w="12700" cap="flat">
              <a:noFill/>
              <a:round/>
            </a:ln>
          </p:spPr>
        </p:sp>
        <p:sp>
          <p:nvSpPr>
            <p:cNvPr id="177" name="F1_0176_patch_155">
              <a:extLst>
                <a:ext uri="{FF2B5EF4-FFF2-40B4-BE49-F238E27FC236}">
                  <a16:creationId id="{ED3B6EAF-3B73-4CF6-BE5F-CA8ED43752C2}"/>
                </a:ext>
              </a:extLst>
            </p:cNvPr>
            <p:cNvSpPr>
              <a:spLocks/>
            </p:cNvSpPr>
            <p:nvPr/>
          </p:nvSpPr>
          <p:spPr>
            <a:xfrm>
              <a:off x="1396768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</p:spPr>
        </p:sp>
        <p:sp>
          <p:nvSpPr>
            <p:cNvPr id="178" name="F1_0177_patch_156">
              <a:extLst>
                <a:ext uri="{FF2B5EF4-FFF2-40B4-BE49-F238E27FC236}">
                  <a16:creationId id="{7A64E3BA-0B51-4252-8F42-E9A1381AA708}"/>
                </a:ext>
              </a:extLst>
            </p:cNvPr>
            <p:cNvSpPr>
              <a:spLocks/>
            </p:cNvSpPr>
            <p:nvPr/>
          </p:nvSpPr>
          <p:spPr>
            <a:xfrm>
              <a:off x="1436566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9EAE5"/>
            </a:solidFill>
            <a:ln w="12700" cap="flat">
              <a:noFill/>
              <a:round/>
            </a:ln>
          </p:spPr>
        </p:sp>
        <p:sp>
          <p:nvSpPr>
            <p:cNvPr id="179" name="F1_0178_patch_157">
              <a:extLst>
                <a:ext uri="{FF2B5EF4-FFF2-40B4-BE49-F238E27FC236}">
                  <a16:creationId id="{E4500A39-282B-4B20-96F3-DA699B314FF4}"/>
                </a:ext>
              </a:extLst>
            </p:cNvPr>
            <p:cNvSpPr>
              <a:spLocks/>
            </p:cNvSpPr>
            <p:nvPr/>
          </p:nvSpPr>
          <p:spPr>
            <a:xfrm>
              <a:off x="1476364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AF3F0"/>
            </a:solidFill>
            <a:ln w="12700" cap="flat">
              <a:noFill/>
              <a:round/>
            </a:ln>
          </p:spPr>
        </p:sp>
        <p:sp>
          <p:nvSpPr>
            <p:cNvPr id="180" name="F1_0179_patch_158">
              <a:extLst>
                <a:ext uri="{FF2B5EF4-FFF2-40B4-BE49-F238E27FC236}">
                  <a16:creationId id="{3B55A44C-0B8C-4162-8850-5846E9031D90}"/>
                </a:ext>
              </a:extLst>
            </p:cNvPr>
            <p:cNvSpPr>
              <a:spLocks/>
            </p:cNvSpPr>
            <p:nvPr/>
          </p:nvSpPr>
          <p:spPr>
            <a:xfrm>
              <a:off x="1516162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4F0ED"/>
            </a:solidFill>
            <a:ln w="12700" cap="flat">
              <a:noFill/>
              <a:round/>
            </a:ln>
          </p:spPr>
        </p:sp>
        <p:sp>
          <p:nvSpPr>
            <p:cNvPr id="181" name="F1_0180_patch_159">
              <a:extLst>
                <a:ext uri="{FF2B5EF4-FFF2-40B4-BE49-F238E27FC236}">
                  <a16:creationId id="{75233DDB-2A0E-46D8-BAB3-A42F01BA4607}"/>
                </a:ext>
              </a:extLst>
            </p:cNvPr>
            <p:cNvSpPr>
              <a:spLocks/>
            </p:cNvSpPr>
            <p:nvPr/>
          </p:nvSpPr>
          <p:spPr>
            <a:xfrm>
              <a:off x="1555960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5F9F8"/>
            </a:solidFill>
            <a:ln w="12700" cap="flat">
              <a:noFill/>
              <a:round/>
            </a:ln>
          </p:spPr>
        </p:sp>
        <p:sp>
          <p:nvSpPr>
            <p:cNvPr id="182" name="F1_0181_patch_160">
              <a:extLst>
                <a:ext uri="{FF2B5EF4-FFF2-40B4-BE49-F238E27FC236}">
                  <a16:creationId id="{382FF376-8F10-4948-A734-130755E35EDB}"/>
                </a:ext>
              </a:extLst>
            </p:cNvPr>
            <p:cNvSpPr>
              <a:spLocks/>
            </p:cNvSpPr>
            <p:nvPr/>
          </p:nvSpPr>
          <p:spPr>
            <a:xfrm>
              <a:off x="1595759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C2DCD5"/>
            </a:solidFill>
            <a:ln w="12700" cap="flat">
              <a:noFill/>
              <a:round/>
            </a:ln>
          </p:spPr>
        </p:sp>
        <p:sp>
          <p:nvSpPr>
            <p:cNvPr id="183" name="F1_0182_patch_161">
              <a:extLst>
                <a:ext uri="{FF2B5EF4-FFF2-40B4-BE49-F238E27FC236}">
                  <a16:creationId id="{C344352E-CCE4-4EEB-A98E-BA4B357215E3}"/>
                </a:ext>
              </a:extLst>
            </p:cNvPr>
            <p:cNvSpPr>
              <a:spLocks/>
            </p:cNvSpPr>
            <p:nvPr/>
          </p:nvSpPr>
          <p:spPr>
            <a:xfrm>
              <a:off x="1635557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CDE3DD"/>
            </a:solidFill>
            <a:ln w="12700" cap="flat">
              <a:noFill/>
              <a:round/>
            </a:ln>
          </p:spPr>
        </p:sp>
        <p:sp>
          <p:nvSpPr>
            <p:cNvPr id="184" name="F1_0183_patch_162">
              <a:extLst>
                <a:ext uri="{FF2B5EF4-FFF2-40B4-BE49-F238E27FC236}">
                  <a16:creationId id="{8FE56A7B-2F28-40AD-BD76-0D13BBD062F3}"/>
                </a:ext>
              </a:extLst>
            </p:cNvPr>
            <p:cNvSpPr>
              <a:spLocks/>
            </p:cNvSpPr>
            <p:nvPr/>
          </p:nvSpPr>
          <p:spPr>
            <a:xfrm>
              <a:off x="1675355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C6DFD8"/>
            </a:solidFill>
            <a:ln w="12700" cap="flat">
              <a:noFill/>
              <a:round/>
            </a:ln>
          </p:spPr>
        </p:sp>
        <p:sp>
          <p:nvSpPr>
            <p:cNvPr id="185" name="F1_0184_patch_163">
              <a:extLst>
                <a:ext uri="{FF2B5EF4-FFF2-40B4-BE49-F238E27FC236}">
                  <a16:creationId id="{62935E35-1218-4F9A-98B8-057057E34E64}"/>
                </a:ext>
              </a:extLst>
            </p:cNvPr>
            <p:cNvSpPr>
              <a:spLocks/>
            </p:cNvSpPr>
            <p:nvPr/>
          </p:nvSpPr>
          <p:spPr>
            <a:xfrm>
              <a:off x="1715153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DFEFE"/>
            </a:solidFill>
            <a:ln w="12700" cap="flat">
              <a:noFill/>
              <a:round/>
            </a:ln>
          </p:spPr>
        </p:sp>
        <p:sp>
          <p:nvSpPr>
            <p:cNvPr id="186" name="F1_0185_patch_164">
              <a:extLst>
                <a:ext uri="{FF2B5EF4-FFF2-40B4-BE49-F238E27FC236}">
                  <a16:creationId id="{B6EA4F45-82E8-44FA-8280-3AF77C46A921}"/>
                </a:ext>
              </a:extLst>
            </p:cNvPr>
            <p:cNvSpPr>
              <a:spLocks/>
            </p:cNvSpPr>
            <p:nvPr/>
          </p:nvSpPr>
          <p:spPr>
            <a:xfrm>
              <a:off x="1754951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BFA"/>
            </a:solidFill>
            <a:ln w="12700" cap="flat">
              <a:noFill/>
              <a:round/>
            </a:ln>
          </p:spPr>
        </p:sp>
        <p:sp>
          <p:nvSpPr>
            <p:cNvPr id="187" name="F1_0186_patch_165">
              <a:extLst>
                <a:ext uri="{FF2B5EF4-FFF2-40B4-BE49-F238E27FC236}">
                  <a16:creationId id="{6DB036B8-65BF-44E0-A99D-720670E249E8}"/>
                </a:ext>
              </a:extLst>
            </p:cNvPr>
            <p:cNvSpPr>
              <a:spLocks/>
            </p:cNvSpPr>
            <p:nvPr/>
          </p:nvSpPr>
          <p:spPr>
            <a:xfrm>
              <a:off x="1794749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EFD"/>
            </a:solidFill>
            <a:ln w="12700" cap="flat">
              <a:noFill/>
              <a:round/>
            </a:ln>
          </p:spPr>
        </p:sp>
        <p:sp>
          <p:nvSpPr>
            <p:cNvPr id="188" name="F1_0187_patch_166">
              <a:extLst>
                <a:ext uri="{FF2B5EF4-FFF2-40B4-BE49-F238E27FC236}">
                  <a16:creationId id="{752FAA0B-6D92-4960-86E8-BF241D316248}"/>
                </a:ext>
              </a:extLst>
            </p:cNvPr>
            <p:cNvSpPr>
              <a:spLocks/>
            </p:cNvSpPr>
            <p:nvPr/>
          </p:nvSpPr>
          <p:spPr>
            <a:xfrm>
              <a:off x="1834548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9FCFB"/>
            </a:solidFill>
            <a:ln w="12700" cap="flat">
              <a:noFill/>
              <a:round/>
            </a:ln>
          </p:spPr>
        </p:sp>
        <p:sp>
          <p:nvSpPr>
            <p:cNvPr id="189" name="F1_0188_patch_167">
              <a:extLst>
                <a:ext uri="{FF2B5EF4-FFF2-40B4-BE49-F238E27FC236}">
                  <a16:creationId id="{AC662A74-F54A-430D-89DD-52DC2D5A6681}"/>
                </a:ext>
              </a:extLst>
            </p:cNvPr>
            <p:cNvSpPr>
              <a:spLocks/>
            </p:cNvSpPr>
            <p:nvPr/>
          </p:nvSpPr>
          <p:spPr>
            <a:xfrm>
              <a:off x="1874346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</p:spPr>
        </p:sp>
        <p:sp>
          <p:nvSpPr>
            <p:cNvPr id="190" name="F1_0189_patch_168">
              <a:extLst>
                <a:ext uri="{FF2B5EF4-FFF2-40B4-BE49-F238E27FC236}">
                  <a16:creationId id="{E60C45A6-B9C7-4DD8-9C77-20403772108A}"/>
                </a:ext>
              </a:extLst>
            </p:cNvPr>
            <p:cNvSpPr>
              <a:spLocks/>
            </p:cNvSpPr>
            <p:nvPr/>
          </p:nvSpPr>
          <p:spPr>
            <a:xfrm>
              <a:off x="1914144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C8E0DA"/>
            </a:solidFill>
            <a:ln w="12700" cap="flat">
              <a:noFill/>
              <a:round/>
            </a:ln>
          </p:spPr>
        </p:sp>
        <p:sp>
          <p:nvSpPr>
            <p:cNvPr id="191" name="F1_0190_patch_169">
              <a:extLst>
                <a:ext uri="{FF2B5EF4-FFF2-40B4-BE49-F238E27FC236}">
                  <a16:creationId id="{C323F09B-7D62-4958-B5C0-46A8DCC71117}"/>
                </a:ext>
              </a:extLst>
            </p:cNvPr>
            <p:cNvSpPr>
              <a:spLocks/>
            </p:cNvSpPr>
            <p:nvPr/>
          </p:nvSpPr>
          <p:spPr>
            <a:xfrm>
              <a:off x="1953942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CFB"/>
            </a:solidFill>
            <a:ln w="12700" cap="flat">
              <a:noFill/>
              <a:round/>
            </a:ln>
          </p:spPr>
        </p:sp>
        <p:sp>
          <p:nvSpPr>
            <p:cNvPr id="192" name="F1_0191_patch_170">
              <a:extLst>
                <a:ext uri="{FF2B5EF4-FFF2-40B4-BE49-F238E27FC236}">
                  <a16:creationId id="{760A04E1-15A8-4520-995D-AB630AEB00F0}"/>
                </a:ext>
              </a:extLst>
            </p:cNvPr>
            <p:cNvSpPr>
              <a:spLocks/>
            </p:cNvSpPr>
            <p:nvPr/>
          </p:nvSpPr>
          <p:spPr>
            <a:xfrm>
              <a:off x="1993740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CF5F2"/>
            </a:solidFill>
            <a:ln w="12700" cap="flat">
              <a:noFill/>
              <a:round/>
            </a:ln>
          </p:spPr>
        </p:sp>
        <p:sp>
          <p:nvSpPr>
            <p:cNvPr id="193" name="F1_0192_patch_171">
              <a:extLst>
                <a:ext uri="{FF2B5EF4-FFF2-40B4-BE49-F238E27FC236}">
                  <a16:creationId id="{52C5C4F5-11A7-4826-A92E-D784E2933FFF}"/>
                </a:ext>
              </a:extLst>
            </p:cNvPr>
            <p:cNvSpPr>
              <a:spLocks/>
            </p:cNvSpPr>
            <p:nvPr/>
          </p:nvSpPr>
          <p:spPr>
            <a:xfrm>
              <a:off x="2033539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DFEFE"/>
            </a:solidFill>
            <a:ln w="12700" cap="flat">
              <a:noFill/>
              <a:round/>
            </a:ln>
          </p:spPr>
        </p:sp>
        <p:sp>
          <p:nvSpPr>
            <p:cNvPr id="194" name="F1_0193_patch_172">
              <a:extLst>
                <a:ext uri="{FF2B5EF4-FFF2-40B4-BE49-F238E27FC236}">
                  <a16:creationId id="{2BA1630B-C9E0-4024-B1A1-98B847246CD0}"/>
                </a:ext>
              </a:extLst>
            </p:cNvPr>
            <p:cNvSpPr>
              <a:spLocks/>
            </p:cNvSpPr>
            <p:nvPr/>
          </p:nvSpPr>
          <p:spPr>
            <a:xfrm>
              <a:off x="2073337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AFCFC"/>
            </a:solidFill>
            <a:ln w="12700" cap="flat">
              <a:noFill/>
              <a:round/>
            </a:ln>
          </p:spPr>
        </p:sp>
        <p:sp>
          <p:nvSpPr>
            <p:cNvPr id="195" name="F1_0194_patch_173">
              <a:extLst>
                <a:ext uri="{FF2B5EF4-FFF2-40B4-BE49-F238E27FC236}">
                  <a16:creationId id="{7E73B832-96C8-40A4-85A1-7DDD51403849}"/>
                </a:ext>
              </a:extLst>
            </p:cNvPr>
            <p:cNvSpPr>
              <a:spLocks/>
            </p:cNvSpPr>
            <p:nvPr/>
          </p:nvSpPr>
          <p:spPr>
            <a:xfrm>
              <a:off x="2113135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CFDFD"/>
            </a:solidFill>
            <a:ln w="12700" cap="flat">
              <a:noFill/>
              <a:round/>
            </a:ln>
          </p:spPr>
        </p:sp>
        <p:sp>
          <p:nvSpPr>
            <p:cNvPr id="196" name="F1_0195_patch_174">
              <a:extLst>
                <a:ext uri="{FF2B5EF4-FFF2-40B4-BE49-F238E27FC236}">
                  <a16:creationId id="{43BA513E-664C-4A23-B6E0-3F05F14C0178}"/>
                </a:ext>
              </a:extLst>
            </p:cNvPr>
            <p:cNvSpPr>
              <a:spLocks/>
            </p:cNvSpPr>
            <p:nvPr/>
          </p:nvSpPr>
          <p:spPr>
            <a:xfrm>
              <a:off x="2152933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AEFEC"/>
            </a:solidFill>
            <a:ln w="12700" cap="flat">
              <a:noFill/>
              <a:round/>
            </a:ln>
          </p:spPr>
        </p:sp>
        <p:sp>
          <p:nvSpPr>
            <p:cNvPr id="197" name="F1_0196_patch_175">
              <a:extLst>
                <a:ext uri="{FF2B5EF4-FFF2-40B4-BE49-F238E27FC236}">
                  <a16:creationId id="{7CF89BCB-F957-49C8-BFBF-AB44CAAB0F3D}"/>
                </a:ext>
              </a:extLst>
            </p:cNvPr>
            <p:cNvSpPr>
              <a:spLocks/>
            </p:cNvSpPr>
            <p:nvPr/>
          </p:nvSpPr>
          <p:spPr>
            <a:xfrm>
              <a:off x="2192731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</p:spPr>
        </p:sp>
        <p:sp>
          <p:nvSpPr>
            <p:cNvPr id="198" name="F1_0197_patch_176">
              <a:extLst>
                <a:ext uri="{FF2B5EF4-FFF2-40B4-BE49-F238E27FC236}">
                  <a16:creationId id="{5C656CE9-D7C1-4CF4-83E3-A5E3D0AC14BE}"/>
                </a:ext>
              </a:extLst>
            </p:cNvPr>
            <p:cNvSpPr>
              <a:spLocks/>
            </p:cNvSpPr>
            <p:nvPr/>
          </p:nvSpPr>
          <p:spPr>
            <a:xfrm>
              <a:off x="2232529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C7E0D9"/>
            </a:solidFill>
            <a:ln w="12700" cap="flat">
              <a:noFill/>
              <a:round/>
            </a:ln>
          </p:spPr>
        </p:sp>
        <p:sp>
          <p:nvSpPr>
            <p:cNvPr id="199" name="F1_0198_patch_177">
              <a:extLst>
                <a:ext uri="{FF2B5EF4-FFF2-40B4-BE49-F238E27FC236}">
                  <a16:creationId id="{A64AEF69-96A0-4E2B-86F3-95CDEE80B08C}"/>
                </a:ext>
              </a:extLst>
            </p:cNvPr>
            <p:cNvSpPr>
              <a:spLocks/>
            </p:cNvSpPr>
            <p:nvPr/>
          </p:nvSpPr>
          <p:spPr>
            <a:xfrm>
              <a:off x="2272328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AF1EE"/>
            </a:solidFill>
            <a:ln w="12700" cap="flat">
              <a:noFill/>
              <a:round/>
            </a:ln>
          </p:spPr>
        </p:sp>
        <p:sp>
          <p:nvSpPr>
            <p:cNvPr id="200" name="F1_0199_patch_178">
              <a:extLst>
                <a:ext uri="{FF2B5EF4-FFF2-40B4-BE49-F238E27FC236}">
                  <a16:creationId id="{50B5DD61-7CFE-47C4-8AB2-3F22D8A86048}"/>
                </a:ext>
              </a:extLst>
            </p:cNvPr>
            <p:cNvSpPr>
              <a:spLocks/>
            </p:cNvSpPr>
            <p:nvPr/>
          </p:nvSpPr>
          <p:spPr>
            <a:xfrm>
              <a:off x="2312126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CFDFD"/>
            </a:solidFill>
            <a:ln w="12700" cap="flat">
              <a:noFill/>
              <a:round/>
            </a:ln>
          </p:spPr>
        </p:sp>
        <p:sp>
          <p:nvSpPr>
            <p:cNvPr id="201" name="F1_0200_patch_179">
              <a:extLst>
                <a:ext uri="{FF2B5EF4-FFF2-40B4-BE49-F238E27FC236}">
                  <a16:creationId id="{73CB34B9-457C-447E-8E2F-298A8DE95053}"/>
                </a:ext>
              </a:extLst>
            </p:cNvPr>
            <p:cNvSpPr>
              <a:spLocks/>
            </p:cNvSpPr>
            <p:nvPr/>
          </p:nvSpPr>
          <p:spPr>
            <a:xfrm>
              <a:off x="2351924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2F8F6"/>
            </a:solidFill>
            <a:ln w="12700" cap="flat">
              <a:noFill/>
              <a:round/>
            </a:ln>
          </p:spPr>
        </p:sp>
        <p:sp>
          <p:nvSpPr>
            <p:cNvPr id="202" name="F1_0201_patch_180">
              <a:extLst>
                <a:ext uri="{FF2B5EF4-FFF2-40B4-BE49-F238E27FC236}">
                  <a16:creationId id="{85338311-07D8-4C13-9457-CD295FFE2909}"/>
                </a:ext>
              </a:extLst>
            </p:cNvPr>
            <p:cNvSpPr>
              <a:spLocks/>
            </p:cNvSpPr>
            <p:nvPr/>
          </p:nvSpPr>
          <p:spPr>
            <a:xfrm>
              <a:off x="2391722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</p:spPr>
        </p:sp>
        <p:sp>
          <p:nvSpPr>
            <p:cNvPr id="203" name="F1_0202_patch_181">
              <a:extLst>
                <a:ext uri="{FF2B5EF4-FFF2-40B4-BE49-F238E27FC236}">
                  <a16:creationId id="{A28A7243-FD5F-4CF2-A503-D934B1079098}"/>
                </a:ext>
              </a:extLst>
            </p:cNvPr>
            <p:cNvSpPr>
              <a:spLocks/>
            </p:cNvSpPr>
            <p:nvPr/>
          </p:nvSpPr>
          <p:spPr>
            <a:xfrm>
              <a:off x="2431520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FEDE9"/>
            </a:solidFill>
            <a:ln w="12700" cap="flat">
              <a:noFill/>
              <a:round/>
            </a:ln>
          </p:spPr>
        </p:sp>
        <p:sp>
          <p:nvSpPr>
            <p:cNvPr id="204" name="F1_0203_patch_182">
              <a:extLst>
                <a:ext uri="{FF2B5EF4-FFF2-40B4-BE49-F238E27FC236}">
                  <a16:creationId id="{9DEEC98E-E48E-4207-817D-3BA6585272A1}"/>
                </a:ext>
              </a:extLst>
            </p:cNvPr>
            <p:cNvSpPr>
              <a:spLocks/>
            </p:cNvSpPr>
            <p:nvPr/>
          </p:nvSpPr>
          <p:spPr>
            <a:xfrm>
              <a:off x="2471318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DFC"/>
            </a:solidFill>
            <a:ln w="12700" cap="flat">
              <a:noFill/>
              <a:round/>
            </a:ln>
          </p:spPr>
        </p:sp>
        <p:sp>
          <p:nvSpPr>
            <p:cNvPr id="205" name="F1_0204_patch_183">
              <a:extLst>
                <a:ext uri="{FF2B5EF4-FFF2-40B4-BE49-F238E27FC236}">
                  <a16:creationId id="{67379DFA-6A26-4B3A-A2CA-E2E4FB116975}"/>
                </a:ext>
              </a:extLst>
            </p:cNvPr>
            <p:cNvSpPr>
              <a:spLocks/>
            </p:cNvSpPr>
            <p:nvPr/>
          </p:nvSpPr>
          <p:spPr>
            <a:xfrm>
              <a:off x="2511117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DFEFE"/>
            </a:solidFill>
            <a:ln w="12700" cap="flat">
              <a:noFill/>
              <a:round/>
            </a:ln>
          </p:spPr>
        </p:sp>
        <p:sp>
          <p:nvSpPr>
            <p:cNvPr id="206" name="F1_0205_patch_184">
              <a:extLst>
                <a:ext uri="{FF2B5EF4-FFF2-40B4-BE49-F238E27FC236}">
                  <a16:creationId id="{FF7240F2-2CCA-439C-9EDF-AB31BB49CCD7}"/>
                </a:ext>
              </a:extLst>
            </p:cNvPr>
            <p:cNvSpPr>
              <a:spLocks/>
            </p:cNvSpPr>
            <p:nvPr/>
          </p:nvSpPr>
          <p:spPr>
            <a:xfrm>
              <a:off x="2550915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FF6F4"/>
            </a:solidFill>
            <a:ln w="12700" cap="flat">
              <a:noFill/>
              <a:round/>
            </a:ln>
          </p:spPr>
        </p:sp>
        <p:sp>
          <p:nvSpPr>
            <p:cNvPr id="207" name="F1_0206_patch_185">
              <a:extLst>
                <a:ext uri="{FF2B5EF4-FFF2-40B4-BE49-F238E27FC236}">
                  <a16:creationId id="{BF8A6BA2-D33C-4155-9F0C-BCE34BC26328}"/>
                </a:ext>
              </a:extLst>
            </p:cNvPr>
            <p:cNvSpPr>
              <a:spLocks/>
            </p:cNvSpPr>
            <p:nvPr/>
          </p:nvSpPr>
          <p:spPr>
            <a:xfrm>
              <a:off x="2590713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FFF"/>
            </a:solidFill>
            <a:ln w="12700" cap="flat">
              <a:noFill/>
              <a:round/>
            </a:ln>
          </p:spPr>
        </p:sp>
        <p:sp>
          <p:nvSpPr>
            <p:cNvPr id="208" name="F1_0207_patch_186">
              <a:extLst>
                <a:ext uri="{FF2B5EF4-FFF2-40B4-BE49-F238E27FC236}">
                  <a16:creationId id="{E9E8C4BD-4211-4F8D-9F0D-C57F3B86B621}"/>
                </a:ext>
              </a:extLst>
            </p:cNvPr>
            <p:cNvSpPr>
              <a:spLocks/>
            </p:cNvSpPr>
            <p:nvPr/>
          </p:nvSpPr>
          <p:spPr>
            <a:xfrm>
              <a:off x="2630511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3F8F7"/>
            </a:solidFill>
            <a:ln w="12700" cap="flat">
              <a:noFill/>
              <a:round/>
            </a:ln>
          </p:spPr>
        </p:sp>
        <p:sp>
          <p:nvSpPr>
            <p:cNvPr id="209" name="F1_0208_patch_187">
              <a:extLst>
                <a:ext uri="{FF2B5EF4-FFF2-40B4-BE49-F238E27FC236}">
                  <a16:creationId id="{AD1848D3-05AA-4F90-83A7-E40ECFFAA1EE}"/>
                </a:ext>
              </a:extLst>
            </p:cNvPr>
            <p:cNvSpPr>
              <a:spLocks/>
            </p:cNvSpPr>
            <p:nvPr/>
          </p:nvSpPr>
          <p:spPr>
            <a:xfrm>
              <a:off x="2670309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E"/>
            </a:solidFill>
            <a:ln w="12700" cap="flat">
              <a:noFill/>
              <a:round/>
            </a:ln>
          </p:spPr>
        </p:sp>
        <p:sp>
          <p:nvSpPr>
            <p:cNvPr id="210" name="F1_0209_patch_188">
              <a:extLst>
                <a:ext uri="{FF2B5EF4-FFF2-40B4-BE49-F238E27FC236}">
                  <a16:creationId id="{A0B62836-E542-45EC-8C24-B3947FD87C31}"/>
                </a:ext>
              </a:extLst>
            </p:cNvPr>
            <p:cNvSpPr>
              <a:spLocks/>
            </p:cNvSpPr>
            <p:nvPr/>
          </p:nvSpPr>
          <p:spPr>
            <a:xfrm>
              <a:off x="2710107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DFEFE"/>
            </a:solidFill>
            <a:ln w="12700" cap="flat">
              <a:noFill/>
              <a:round/>
            </a:ln>
          </p:spPr>
        </p:sp>
        <p:sp>
          <p:nvSpPr>
            <p:cNvPr id="211" name="F1_0210_patch_189">
              <a:extLst>
                <a:ext uri="{FF2B5EF4-FFF2-40B4-BE49-F238E27FC236}">
                  <a16:creationId id="{85280E6C-6394-45C8-88CB-F7A452F2BBC3}"/>
                </a:ext>
              </a:extLst>
            </p:cNvPr>
            <p:cNvSpPr>
              <a:spLocks/>
            </p:cNvSpPr>
            <p:nvPr/>
          </p:nvSpPr>
          <p:spPr>
            <a:xfrm>
              <a:off x="2749906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E"/>
            </a:solidFill>
            <a:ln w="12700" cap="flat">
              <a:noFill/>
              <a:round/>
            </a:ln>
          </p:spPr>
        </p:sp>
        <p:sp>
          <p:nvSpPr>
            <p:cNvPr id="212" name="F1_0211_patch_190">
              <a:extLst>
                <a:ext uri="{FF2B5EF4-FFF2-40B4-BE49-F238E27FC236}">
                  <a16:creationId id="{BEC961CC-C20A-4DA0-8D8E-3D9FA360639B}"/>
                </a:ext>
              </a:extLst>
            </p:cNvPr>
            <p:cNvSpPr>
              <a:spLocks/>
            </p:cNvSpPr>
            <p:nvPr/>
          </p:nvSpPr>
          <p:spPr>
            <a:xfrm>
              <a:off x="2789704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CFB"/>
            </a:solidFill>
            <a:ln w="12700" cap="flat">
              <a:noFill/>
              <a:round/>
            </a:ln>
          </p:spPr>
        </p:sp>
        <p:sp>
          <p:nvSpPr>
            <p:cNvPr id="213" name="F1_0212_patch_191">
              <a:extLst>
                <a:ext uri="{FF2B5EF4-FFF2-40B4-BE49-F238E27FC236}">
                  <a16:creationId id="{5456DF09-806F-4BFF-B362-BA3B18BE2317}"/>
                </a:ext>
              </a:extLst>
            </p:cNvPr>
            <p:cNvSpPr>
              <a:spLocks/>
            </p:cNvSpPr>
            <p:nvPr/>
          </p:nvSpPr>
          <p:spPr>
            <a:xfrm>
              <a:off x="2829502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DF9F8"/>
            </a:solidFill>
            <a:ln w="12700" cap="flat">
              <a:noFill/>
              <a:round/>
            </a:ln>
          </p:spPr>
        </p:sp>
        <p:sp>
          <p:nvSpPr>
            <p:cNvPr id="214" name="F1_0213_patch_192">
              <a:extLst>
                <a:ext uri="{FF2B5EF4-FFF2-40B4-BE49-F238E27FC236}">
                  <a16:creationId id="{25E2521F-E9DF-4D4A-8C9E-DB7519F4A030}"/>
                </a:ext>
              </a:extLst>
            </p:cNvPr>
            <p:cNvSpPr>
              <a:spLocks/>
            </p:cNvSpPr>
            <p:nvPr/>
          </p:nvSpPr>
          <p:spPr>
            <a:xfrm>
              <a:off x="2869300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FFF"/>
            </a:solidFill>
            <a:ln w="12700" cap="flat">
              <a:noFill/>
              <a:round/>
            </a:ln>
          </p:spPr>
        </p:sp>
        <p:sp>
          <p:nvSpPr>
            <p:cNvPr id="215" name="F1_0214_patch_193">
              <a:extLst>
                <a:ext uri="{FF2B5EF4-FFF2-40B4-BE49-F238E27FC236}">
                  <a16:creationId id="{6DB47505-D160-490C-87AE-2B6F70BF077F}"/>
                </a:ext>
              </a:extLst>
            </p:cNvPr>
            <p:cNvSpPr>
              <a:spLocks/>
            </p:cNvSpPr>
            <p:nvPr/>
          </p:nvSpPr>
          <p:spPr>
            <a:xfrm>
              <a:off x="2909098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E"/>
            </a:solidFill>
            <a:ln w="12700" cap="flat">
              <a:noFill/>
              <a:round/>
            </a:ln>
          </p:spPr>
        </p:sp>
        <p:sp>
          <p:nvSpPr>
            <p:cNvPr id="216" name="F1_0215_patch_194">
              <a:extLst>
                <a:ext uri="{FF2B5EF4-FFF2-40B4-BE49-F238E27FC236}">
                  <a16:creationId id="{A6DFFBD5-1EBD-4731-8667-A9856E7635CC}"/>
                </a:ext>
              </a:extLst>
            </p:cNvPr>
            <p:cNvSpPr>
              <a:spLocks/>
            </p:cNvSpPr>
            <p:nvPr/>
          </p:nvSpPr>
          <p:spPr>
            <a:xfrm>
              <a:off x="2948896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DFAF9"/>
            </a:solidFill>
            <a:ln w="12700" cap="flat">
              <a:noFill/>
              <a:round/>
            </a:ln>
          </p:spPr>
        </p:sp>
        <p:sp>
          <p:nvSpPr>
            <p:cNvPr id="217" name="F1_0216_patch_195">
              <a:extLst>
                <a:ext uri="{FF2B5EF4-FFF2-40B4-BE49-F238E27FC236}">
                  <a16:creationId id="{5BEACFF5-C358-408C-BFF8-59775BFA5E93}"/>
                </a:ext>
              </a:extLst>
            </p:cNvPr>
            <p:cNvSpPr>
              <a:spLocks/>
            </p:cNvSpPr>
            <p:nvPr/>
          </p:nvSpPr>
          <p:spPr>
            <a:xfrm>
              <a:off x="2988695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6FAF9"/>
            </a:solidFill>
            <a:ln w="12700" cap="flat">
              <a:noFill/>
              <a:round/>
            </a:ln>
          </p:spPr>
        </p:sp>
        <p:sp>
          <p:nvSpPr>
            <p:cNvPr id="218" name="F1_0217_patch_196">
              <a:extLst>
                <a:ext uri="{FF2B5EF4-FFF2-40B4-BE49-F238E27FC236}">
                  <a16:creationId id="{EE35258B-D4D6-4C12-B520-4667040FA259}"/>
                </a:ext>
              </a:extLst>
            </p:cNvPr>
            <p:cNvSpPr>
              <a:spLocks/>
            </p:cNvSpPr>
            <p:nvPr/>
          </p:nvSpPr>
          <p:spPr>
            <a:xfrm>
              <a:off x="3028493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DFC"/>
            </a:solidFill>
            <a:ln w="12700" cap="flat">
              <a:noFill/>
              <a:round/>
            </a:ln>
          </p:spPr>
        </p:sp>
        <p:sp>
          <p:nvSpPr>
            <p:cNvPr id="219" name="F1_0218_patch_197">
              <a:extLst>
                <a:ext uri="{FF2B5EF4-FFF2-40B4-BE49-F238E27FC236}">
                  <a16:creationId id="{8D3275AB-81B7-47BD-B9F2-9FAD4070B1BE}"/>
                </a:ext>
              </a:extLst>
            </p:cNvPr>
            <p:cNvSpPr>
              <a:spLocks/>
            </p:cNvSpPr>
            <p:nvPr/>
          </p:nvSpPr>
          <p:spPr>
            <a:xfrm>
              <a:off x="3068291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FFF"/>
            </a:solidFill>
            <a:ln w="12700" cap="flat">
              <a:noFill/>
              <a:round/>
            </a:ln>
          </p:spPr>
        </p:sp>
        <p:sp>
          <p:nvSpPr>
            <p:cNvPr id="220" name="F1_0219_patch_198">
              <a:extLst>
                <a:ext uri="{FF2B5EF4-FFF2-40B4-BE49-F238E27FC236}">
                  <a16:creationId id="{3D8B3D8F-718A-4580-8B44-5F2BF498DED7}"/>
                </a:ext>
              </a:extLst>
            </p:cNvPr>
            <p:cNvSpPr>
              <a:spLocks/>
            </p:cNvSpPr>
            <p:nvPr/>
          </p:nvSpPr>
          <p:spPr>
            <a:xfrm>
              <a:off x="3108089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1F7F5"/>
            </a:solidFill>
            <a:ln w="12700" cap="flat">
              <a:noFill/>
              <a:round/>
            </a:ln>
          </p:spPr>
        </p:sp>
        <p:sp>
          <p:nvSpPr>
            <p:cNvPr id="221" name="F1_0220_patch_199">
              <a:extLst>
                <a:ext uri="{FF2B5EF4-FFF2-40B4-BE49-F238E27FC236}">
                  <a16:creationId id="{B07E2AA3-5197-4B05-BB76-1F87D7C06E7D}"/>
                </a:ext>
              </a:extLst>
            </p:cNvPr>
            <p:cNvSpPr>
              <a:spLocks/>
            </p:cNvSpPr>
            <p:nvPr/>
          </p:nvSpPr>
          <p:spPr>
            <a:xfrm>
              <a:off x="3147887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5F9F8"/>
            </a:solidFill>
            <a:ln w="12700" cap="flat">
              <a:noFill/>
              <a:round/>
            </a:ln>
          </p:spPr>
        </p:sp>
        <p:sp>
          <p:nvSpPr>
            <p:cNvPr id="222" name="F1_0221_patch_200">
              <a:extLst>
                <a:ext uri="{FF2B5EF4-FFF2-40B4-BE49-F238E27FC236}">
                  <a16:creationId id="{614EBAD3-F419-4B63-9A4E-C428557F51CE}"/>
                </a:ext>
              </a:extLst>
            </p:cNvPr>
            <p:cNvSpPr>
              <a:spLocks/>
            </p:cNvSpPr>
            <p:nvPr/>
          </p:nvSpPr>
          <p:spPr>
            <a:xfrm>
              <a:off x="3187685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3F8F7"/>
            </a:solidFill>
            <a:ln w="12700" cap="flat">
              <a:noFill/>
              <a:round/>
            </a:ln>
          </p:spPr>
        </p:sp>
        <p:sp>
          <p:nvSpPr>
            <p:cNvPr id="223" name="F1_0222_patch_201">
              <a:extLst>
                <a:ext uri="{FF2B5EF4-FFF2-40B4-BE49-F238E27FC236}">
                  <a16:creationId id="{7719F042-A4E3-49CF-90F4-37926CA013E3}"/>
                </a:ext>
              </a:extLst>
            </p:cNvPr>
            <p:cNvSpPr>
              <a:spLocks/>
            </p:cNvSpPr>
            <p:nvPr/>
          </p:nvSpPr>
          <p:spPr>
            <a:xfrm>
              <a:off x="3227484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CFB"/>
            </a:solidFill>
            <a:ln w="12700" cap="flat">
              <a:noFill/>
              <a:round/>
            </a:ln>
          </p:spPr>
        </p:sp>
        <p:sp>
          <p:nvSpPr>
            <p:cNvPr id="224" name="F1_0223_patch_202">
              <a:extLst>
                <a:ext uri="{FF2B5EF4-FFF2-40B4-BE49-F238E27FC236}">
                  <a16:creationId id="{B5DF415F-9228-49B6-89E3-FA1397362830}"/>
                </a:ext>
              </a:extLst>
            </p:cNvPr>
            <p:cNvSpPr>
              <a:spLocks/>
            </p:cNvSpPr>
            <p:nvPr/>
          </p:nvSpPr>
          <p:spPr>
            <a:xfrm>
              <a:off x="3267282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DFEFE"/>
            </a:solidFill>
            <a:ln w="12700" cap="flat">
              <a:noFill/>
              <a:round/>
            </a:ln>
          </p:spPr>
        </p:sp>
        <p:sp>
          <p:nvSpPr>
            <p:cNvPr id="225" name="F1_0224_patch_203">
              <a:extLst>
                <a:ext uri="{FF2B5EF4-FFF2-40B4-BE49-F238E27FC236}">
                  <a16:creationId id="{F7D2E25D-EC30-4D2A-8422-3F7A13CB7A1A}"/>
                </a:ext>
              </a:extLst>
            </p:cNvPr>
            <p:cNvSpPr>
              <a:spLocks/>
            </p:cNvSpPr>
            <p:nvPr/>
          </p:nvSpPr>
          <p:spPr>
            <a:xfrm>
              <a:off x="3307080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5E7E2"/>
            </a:solidFill>
            <a:ln w="12700" cap="flat">
              <a:noFill/>
              <a:round/>
            </a:ln>
          </p:spPr>
        </p:sp>
        <p:sp>
          <p:nvSpPr>
            <p:cNvPr id="226" name="F1_0225_patch_204">
              <a:extLst>
                <a:ext uri="{FF2B5EF4-FFF2-40B4-BE49-F238E27FC236}">
                  <a16:creationId id="{60979A43-7C12-4EC7-AE9B-CE761D041E25}"/>
                </a:ext>
              </a:extLst>
            </p:cNvPr>
            <p:cNvSpPr>
              <a:spLocks/>
            </p:cNvSpPr>
            <p:nvPr/>
          </p:nvSpPr>
          <p:spPr>
            <a:xfrm>
              <a:off x="3346878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DF9F8"/>
            </a:solidFill>
            <a:ln w="12700" cap="flat">
              <a:noFill/>
              <a:round/>
            </a:ln>
          </p:spPr>
        </p:sp>
        <p:sp>
          <p:nvSpPr>
            <p:cNvPr id="227" name="F1_0226_patch_205">
              <a:extLst>
                <a:ext uri="{FF2B5EF4-FFF2-40B4-BE49-F238E27FC236}">
                  <a16:creationId id="{2EAF2259-A04E-4D81-8995-48DE720FF136}"/>
                </a:ext>
              </a:extLst>
            </p:cNvPr>
            <p:cNvSpPr>
              <a:spLocks/>
            </p:cNvSpPr>
            <p:nvPr/>
          </p:nvSpPr>
          <p:spPr>
            <a:xfrm>
              <a:off x="3386676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</p:spPr>
        </p:sp>
        <p:sp>
          <p:nvSpPr>
            <p:cNvPr id="228" name="F1_0227_patch_206">
              <a:extLst>
                <a:ext uri="{FF2B5EF4-FFF2-40B4-BE49-F238E27FC236}">
                  <a16:creationId id="{9A37B847-ED87-45B8-B40D-F4A81430C556}"/>
                </a:ext>
              </a:extLst>
            </p:cNvPr>
            <p:cNvSpPr>
              <a:spLocks/>
            </p:cNvSpPr>
            <p:nvPr/>
          </p:nvSpPr>
          <p:spPr>
            <a:xfrm>
              <a:off x="3426475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90C0B3"/>
            </a:solidFill>
            <a:ln w="12700" cap="flat">
              <a:noFill/>
              <a:round/>
            </a:ln>
          </p:spPr>
        </p:sp>
        <p:sp>
          <p:nvSpPr>
            <p:cNvPr id="229" name="F1_0228_patch_207">
              <a:extLst>
                <a:ext uri="{FF2B5EF4-FFF2-40B4-BE49-F238E27FC236}">
                  <a16:creationId id="{648A2CC5-BCCF-4E02-884F-0BCFEA0801CF}"/>
                </a:ext>
              </a:extLst>
            </p:cNvPr>
            <p:cNvSpPr>
              <a:spLocks/>
            </p:cNvSpPr>
            <p:nvPr/>
          </p:nvSpPr>
          <p:spPr>
            <a:xfrm>
              <a:off x="3466273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5F9F8"/>
            </a:solidFill>
            <a:ln w="12700" cap="flat">
              <a:noFill/>
              <a:round/>
            </a:ln>
          </p:spPr>
        </p:sp>
        <p:sp>
          <p:nvSpPr>
            <p:cNvPr id="230" name="F1_0229_patch_208">
              <a:extLst>
                <a:ext uri="{FF2B5EF4-FFF2-40B4-BE49-F238E27FC236}">
                  <a16:creationId id="{1BC8E798-9B00-4526-94DD-65541446FCBD}"/>
                </a:ext>
              </a:extLst>
            </p:cNvPr>
            <p:cNvSpPr>
              <a:spLocks/>
            </p:cNvSpPr>
            <p:nvPr/>
          </p:nvSpPr>
          <p:spPr>
            <a:xfrm>
              <a:off x="3506071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FFF"/>
            </a:solidFill>
            <a:ln w="12700" cap="flat">
              <a:noFill/>
              <a:round/>
            </a:ln>
          </p:spPr>
        </p:sp>
        <p:sp>
          <p:nvSpPr>
            <p:cNvPr id="231" name="F1_0230_patch_209">
              <a:extLst>
                <a:ext uri="{FF2B5EF4-FFF2-40B4-BE49-F238E27FC236}">
                  <a16:creationId id="{E8276FDA-29DF-4C0A-977C-ABE54D52A63C}"/>
                </a:ext>
              </a:extLst>
            </p:cNvPr>
            <p:cNvSpPr>
              <a:spLocks/>
            </p:cNvSpPr>
            <p:nvPr/>
          </p:nvSpPr>
          <p:spPr>
            <a:xfrm>
              <a:off x="3545869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6FAF9"/>
            </a:solidFill>
            <a:ln w="12700" cap="flat">
              <a:noFill/>
              <a:round/>
            </a:ln>
          </p:spPr>
        </p:sp>
        <p:sp>
          <p:nvSpPr>
            <p:cNvPr id="232" name="F1_0231_patch_210">
              <a:extLst>
                <a:ext uri="{FF2B5EF4-FFF2-40B4-BE49-F238E27FC236}">
                  <a16:creationId id="{0E6BC13B-52BC-4CC7-835E-B83F96F66D40}"/>
                </a:ext>
              </a:extLst>
            </p:cNvPr>
            <p:cNvSpPr>
              <a:spLocks/>
            </p:cNvSpPr>
            <p:nvPr/>
          </p:nvSpPr>
          <p:spPr>
            <a:xfrm>
              <a:off x="3585667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</p:spPr>
        </p:sp>
        <p:sp>
          <p:nvSpPr>
            <p:cNvPr id="233" name="F1_0232_patch_211">
              <a:extLst>
                <a:ext uri="{FF2B5EF4-FFF2-40B4-BE49-F238E27FC236}">
                  <a16:creationId id="{CCF136C7-0744-4BDB-9AA2-71F512BA860F}"/>
                </a:ext>
              </a:extLst>
            </p:cNvPr>
            <p:cNvSpPr>
              <a:spLocks/>
            </p:cNvSpPr>
            <p:nvPr/>
          </p:nvSpPr>
          <p:spPr>
            <a:xfrm>
              <a:off x="3625465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CDE3DD"/>
            </a:solidFill>
            <a:ln w="12700" cap="flat">
              <a:noFill/>
              <a:round/>
            </a:ln>
          </p:spPr>
        </p:sp>
        <p:sp>
          <p:nvSpPr>
            <p:cNvPr id="234" name="F1_0233_patch_212">
              <a:extLst>
                <a:ext uri="{FF2B5EF4-FFF2-40B4-BE49-F238E27FC236}">
                  <a16:creationId id="{A8271D1D-3C8D-40B3-81EE-0114BF1687DF}"/>
                </a:ext>
              </a:extLst>
            </p:cNvPr>
            <p:cNvSpPr>
              <a:spLocks/>
            </p:cNvSpPr>
            <p:nvPr/>
          </p:nvSpPr>
          <p:spPr>
            <a:xfrm>
              <a:off x="3665264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FEDE9"/>
            </a:solidFill>
            <a:ln w="12700" cap="flat">
              <a:noFill/>
              <a:round/>
            </a:ln>
          </p:spPr>
        </p:sp>
        <p:sp>
          <p:nvSpPr>
            <p:cNvPr id="235" name="F1_0234_patch_213">
              <a:extLst>
                <a:ext uri="{FF2B5EF4-FFF2-40B4-BE49-F238E27FC236}">
                  <a16:creationId id="{82921B79-9FB8-41DE-92F6-358B2BF95C37}"/>
                </a:ext>
              </a:extLst>
            </p:cNvPr>
            <p:cNvSpPr>
              <a:spLocks/>
            </p:cNvSpPr>
            <p:nvPr/>
          </p:nvSpPr>
          <p:spPr>
            <a:xfrm>
              <a:off x="3705062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0EEEA"/>
            </a:solidFill>
            <a:ln w="12700" cap="flat">
              <a:noFill/>
              <a:round/>
            </a:ln>
          </p:spPr>
        </p:sp>
        <p:sp>
          <p:nvSpPr>
            <p:cNvPr id="236" name="F1_0235_patch_214">
              <a:extLst>
                <a:ext uri="{FF2B5EF4-FFF2-40B4-BE49-F238E27FC236}">
                  <a16:creationId id="{7FADD602-D747-4BB7-85DC-9D608447F9A5}"/>
                </a:ext>
              </a:extLst>
            </p:cNvPr>
            <p:cNvSpPr>
              <a:spLocks/>
            </p:cNvSpPr>
            <p:nvPr/>
          </p:nvSpPr>
          <p:spPr>
            <a:xfrm>
              <a:off x="3744860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2F8F6"/>
            </a:solidFill>
            <a:ln w="12700" cap="flat">
              <a:noFill/>
              <a:round/>
            </a:ln>
          </p:spPr>
        </p:sp>
        <p:sp>
          <p:nvSpPr>
            <p:cNvPr id="237" name="F1_0236_patch_215">
              <a:extLst>
                <a:ext uri="{FF2B5EF4-FFF2-40B4-BE49-F238E27FC236}">
                  <a16:creationId id="{54223FB4-9A11-42E0-92E1-3CD3CD3195B0}"/>
                </a:ext>
              </a:extLst>
            </p:cNvPr>
            <p:cNvSpPr>
              <a:spLocks/>
            </p:cNvSpPr>
            <p:nvPr/>
          </p:nvSpPr>
          <p:spPr>
            <a:xfrm>
              <a:off x="3784658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CF7F5"/>
            </a:solidFill>
            <a:ln w="12700" cap="flat">
              <a:noFill/>
              <a:round/>
            </a:ln>
          </p:spPr>
        </p:sp>
        <p:sp>
          <p:nvSpPr>
            <p:cNvPr id="238" name="F1_0237_patch_216">
              <a:extLst>
                <a:ext uri="{FF2B5EF4-FFF2-40B4-BE49-F238E27FC236}">
                  <a16:creationId id="{47F43D1B-F743-4463-83B0-AA3F869A4403}"/>
                </a:ext>
              </a:extLst>
            </p:cNvPr>
            <p:cNvSpPr>
              <a:spLocks/>
            </p:cNvSpPr>
            <p:nvPr/>
          </p:nvSpPr>
          <p:spPr>
            <a:xfrm>
              <a:off x="3824456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AFCFC"/>
            </a:solidFill>
            <a:ln w="12700" cap="flat">
              <a:noFill/>
              <a:round/>
            </a:ln>
          </p:spPr>
        </p:sp>
        <p:sp>
          <p:nvSpPr>
            <p:cNvPr id="239" name="F1_0238_patch_217">
              <a:extLst>
                <a:ext uri="{FF2B5EF4-FFF2-40B4-BE49-F238E27FC236}">
                  <a16:creationId id="{A250F442-A6AA-4555-A2CB-8BDCDE92FF05}"/>
                </a:ext>
              </a:extLst>
            </p:cNvPr>
            <p:cNvSpPr>
              <a:spLocks/>
            </p:cNvSpPr>
            <p:nvPr/>
          </p:nvSpPr>
          <p:spPr>
            <a:xfrm>
              <a:off x="3864254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4E7E1"/>
            </a:solidFill>
            <a:ln w="12700" cap="flat">
              <a:noFill/>
              <a:round/>
            </a:ln>
          </p:spPr>
        </p:sp>
        <p:sp>
          <p:nvSpPr>
            <p:cNvPr id="240" name="F1_0239_patch_218">
              <a:extLst>
                <a:ext uri="{FF2B5EF4-FFF2-40B4-BE49-F238E27FC236}">
                  <a16:creationId id="{55AF1143-80EE-4D39-A74A-F6ED2DB0B857}"/>
                </a:ext>
              </a:extLst>
            </p:cNvPr>
            <p:cNvSpPr>
              <a:spLocks/>
            </p:cNvSpPr>
            <p:nvPr/>
          </p:nvSpPr>
          <p:spPr>
            <a:xfrm>
              <a:off x="3904053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EF5F3"/>
            </a:solidFill>
            <a:ln w="12700" cap="flat">
              <a:noFill/>
              <a:round/>
            </a:ln>
          </p:spPr>
        </p:sp>
        <p:sp>
          <p:nvSpPr>
            <p:cNvPr id="241" name="F1_0240_patch_219">
              <a:extLst>
                <a:ext uri="{FF2B5EF4-FFF2-40B4-BE49-F238E27FC236}">
                  <a16:creationId id="{B307A01B-2FFA-4F45-96EB-16D1BCC01896}"/>
                </a:ext>
              </a:extLst>
            </p:cNvPr>
            <p:cNvSpPr>
              <a:spLocks/>
            </p:cNvSpPr>
            <p:nvPr/>
          </p:nvSpPr>
          <p:spPr>
            <a:xfrm>
              <a:off x="3943851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539E8A"/>
            </a:solidFill>
            <a:ln w="12700" cap="flat">
              <a:noFill/>
              <a:round/>
            </a:ln>
          </p:spPr>
        </p:sp>
        <p:sp>
          <p:nvSpPr>
            <p:cNvPr id="242" name="F1_0241_patch_220">
              <a:extLst>
                <a:ext uri="{FF2B5EF4-FFF2-40B4-BE49-F238E27FC236}">
                  <a16:creationId id="{12B00F6B-A0E0-44F9-BF15-5A087C62D94A}"/>
                </a:ext>
              </a:extLst>
            </p:cNvPr>
            <p:cNvSpPr>
              <a:spLocks/>
            </p:cNvSpPr>
            <p:nvPr/>
          </p:nvSpPr>
          <p:spPr>
            <a:xfrm>
              <a:off x="3983649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FEDE9"/>
            </a:solidFill>
            <a:ln w="12700" cap="flat">
              <a:noFill/>
              <a:round/>
            </a:ln>
          </p:spPr>
        </p:sp>
        <p:sp>
          <p:nvSpPr>
            <p:cNvPr id="243" name="F1_0242_patch_221">
              <a:extLst>
                <a:ext uri="{FF2B5EF4-FFF2-40B4-BE49-F238E27FC236}">
                  <a16:creationId id="{FDB71430-8CFC-4A0B-9B68-E420FC53D82F}"/>
                </a:ext>
              </a:extLst>
            </p:cNvPr>
            <p:cNvSpPr>
              <a:spLocks/>
            </p:cNvSpPr>
            <p:nvPr/>
          </p:nvSpPr>
          <p:spPr>
            <a:xfrm>
              <a:off x="4023447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DFAF9"/>
            </a:solidFill>
            <a:ln w="12700" cap="flat">
              <a:noFill/>
              <a:round/>
            </a:ln>
          </p:spPr>
        </p:sp>
        <p:sp>
          <p:nvSpPr>
            <p:cNvPr id="244" name="F1_0243_patch_222">
              <a:extLst>
                <a:ext uri="{FF2B5EF4-FFF2-40B4-BE49-F238E27FC236}">
                  <a16:creationId id="{A98DD3C2-A3E1-4085-A8E5-43589426E6C0}"/>
                </a:ext>
              </a:extLst>
            </p:cNvPr>
            <p:cNvSpPr>
              <a:spLocks/>
            </p:cNvSpPr>
            <p:nvPr/>
          </p:nvSpPr>
          <p:spPr>
            <a:xfrm>
              <a:off x="4063245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ABDAF"/>
            </a:solidFill>
            <a:ln w="12700" cap="flat">
              <a:noFill/>
              <a:round/>
            </a:ln>
          </p:spPr>
        </p:sp>
        <p:sp>
          <p:nvSpPr>
            <p:cNvPr id="245" name="F1_0244_patch_223">
              <a:extLst>
                <a:ext uri="{FF2B5EF4-FFF2-40B4-BE49-F238E27FC236}">
                  <a16:creationId id="{55DCC3B5-93FF-4105-B494-6E83ACA9C48D}"/>
                </a:ext>
              </a:extLst>
            </p:cNvPr>
            <p:cNvSpPr>
              <a:spLocks/>
            </p:cNvSpPr>
            <p:nvPr/>
          </p:nvSpPr>
          <p:spPr>
            <a:xfrm>
              <a:off x="4103043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FF6F4"/>
            </a:solidFill>
            <a:ln w="12700" cap="flat">
              <a:noFill/>
              <a:round/>
            </a:ln>
          </p:spPr>
        </p:sp>
        <p:sp>
          <p:nvSpPr>
            <p:cNvPr id="246" name="F1_0245_patch_224">
              <a:extLst>
                <a:ext uri="{FF2B5EF4-FFF2-40B4-BE49-F238E27FC236}">
                  <a16:creationId id="{53A2AC31-7B72-4DF4-886D-29CC0C454D83}"/>
                </a:ext>
              </a:extLst>
            </p:cNvPr>
            <p:cNvSpPr>
              <a:spLocks/>
            </p:cNvSpPr>
            <p:nvPr/>
          </p:nvSpPr>
          <p:spPr>
            <a:xfrm>
              <a:off x="4142842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C8E0DA"/>
            </a:solidFill>
            <a:ln w="12700" cap="flat">
              <a:noFill/>
              <a:round/>
            </a:ln>
          </p:spPr>
        </p:sp>
        <p:sp>
          <p:nvSpPr>
            <p:cNvPr id="247" name="F1_0246_patch_225">
              <a:extLst>
                <a:ext uri="{FF2B5EF4-FFF2-40B4-BE49-F238E27FC236}">
                  <a16:creationId id="{FC32C044-6D85-4BED-B143-FB3E4C59029B}"/>
                </a:ext>
              </a:extLst>
            </p:cNvPr>
            <p:cNvSpPr>
              <a:spLocks/>
            </p:cNvSpPr>
            <p:nvPr/>
          </p:nvSpPr>
          <p:spPr>
            <a:xfrm>
              <a:off x="4182640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E"/>
            </a:solidFill>
            <a:ln w="12700" cap="flat">
              <a:noFill/>
              <a:round/>
            </a:ln>
          </p:spPr>
        </p:sp>
        <p:sp>
          <p:nvSpPr>
            <p:cNvPr id="248" name="F1_0247_patch_226">
              <a:extLst>
                <a:ext uri="{FF2B5EF4-FFF2-40B4-BE49-F238E27FC236}">
                  <a16:creationId id="{0573D9D8-BCFE-47FC-8035-47B7D6BAB3B5}"/>
                </a:ext>
              </a:extLst>
            </p:cNvPr>
            <p:cNvSpPr>
              <a:spLocks/>
            </p:cNvSpPr>
            <p:nvPr/>
          </p:nvSpPr>
          <p:spPr>
            <a:xfrm>
              <a:off x="4222438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CFB"/>
            </a:solidFill>
            <a:ln w="12700" cap="flat">
              <a:noFill/>
              <a:round/>
            </a:ln>
          </p:spPr>
        </p:sp>
        <p:sp>
          <p:nvSpPr>
            <p:cNvPr id="249" name="F1_0248_patch_227">
              <a:extLst>
                <a:ext uri="{FF2B5EF4-FFF2-40B4-BE49-F238E27FC236}">
                  <a16:creationId id="{707BD19B-BF86-4EB8-A79D-72D075AD6964}"/>
                </a:ext>
              </a:extLst>
            </p:cNvPr>
            <p:cNvSpPr>
              <a:spLocks/>
            </p:cNvSpPr>
            <p:nvPr/>
          </p:nvSpPr>
          <p:spPr>
            <a:xfrm>
              <a:off x="4262236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2F8F6"/>
            </a:solidFill>
            <a:ln w="12700" cap="flat">
              <a:noFill/>
              <a:round/>
            </a:ln>
          </p:spPr>
        </p:sp>
        <p:sp>
          <p:nvSpPr>
            <p:cNvPr id="250" name="F1_0249_patch_228">
              <a:extLst>
                <a:ext uri="{FF2B5EF4-FFF2-40B4-BE49-F238E27FC236}">
                  <a16:creationId id="{9B40C600-E2A8-4C43-B481-7C1C9C1C6668}"/>
                </a:ext>
              </a:extLst>
            </p:cNvPr>
            <p:cNvSpPr>
              <a:spLocks/>
            </p:cNvSpPr>
            <p:nvPr/>
          </p:nvSpPr>
          <p:spPr>
            <a:xfrm>
              <a:off x="4302034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BF4F2"/>
            </a:solidFill>
            <a:ln w="12700" cap="flat">
              <a:noFill/>
              <a:round/>
            </a:ln>
          </p:spPr>
        </p:sp>
        <p:sp>
          <p:nvSpPr>
            <p:cNvPr id="251" name="F1_0250_patch_229">
              <a:extLst>
                <a:ext uri="{FF2B5EF4-FFF2-40B4-BE49-F238E27FC236}">
                  <a16:creationId id="{0175740B-E528-43D6-89BA-C2436D6EE025}"/>
                </a:ext>
              </a:extLst>
            </p:cNvPr>
            <p:cNvSpPr>
              <a:spLocks/>
            </p:cNvSpPr>
            <p:nvPr/>
          </p:nvSpPr>
          <p:spPr>
            <a:xfrm>
              <a:off x="4341832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</p:spPr>
        </p:sp>
        <p:sp>
          <p:nvSpPr>
            <p:cNvPr id="252" name="F1_0251_patch_230">
              <a:extLst>
                <a:ext uri="{FF2B5EF4-FFF2-40B4-BE49-F238E27FC236}">
                  <a16:creationId id="{A652B231-5386-4E2D-A6FE-A4A4F9868470}"/>
                </a:ext>
              </a:extLst>
            </p:cNvPr>
            <p:cNvSpPr>
              <a:spLocks/>
            </p:cNvSpPr>
            <p:nvPr/>
          </p:nvSpPr>
          <p:spPr>
            <a:xfrm>
              <a:off x="4381631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1EEEB"/>
            </a:solidFill>
            <a:ln w="12700" cap="flat">
              <a:noFill/>
              <a:round/>
            </a:ln>
          </p:spPr>
        </p:sp>
        <p:sp>
          <p:nvSpPr>
            <p:cNvPr id="253" name="F1_0252_patch_231">
              <a:extLst>
                <a:ext uri="{FF2B5EF4-FFF2-40B4-BE49-F238E27FC236}">
                  <a16:creationId id="{C8F66339-152F-48C5-A3BF-EAA253A066FB}"/>
                </a:ext>
              </a:extLst>
            </p:cNvPr>
            <p:cNvSpPr>
              <a:spLocks/>
            </p:cNvSpPr>
            <p:nvPr/>
          </p:nvSpPr>
          <p:spPr>
            <a:xfrm>
              <a:off x="4421429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AFCFC"/>
            </a:solidFill>
            <a:ln w="12700" cap="flat">
              <a:noFill/>
              <a:round/>
            </a:ln>
          </p:spPr>
        </p:sp>
        <p:sp>
          <p:nvSpPr>
            <p:cNvPr id="254" name="F1_0253_patch_232">
              <a:extLst>
                <a:ext uri="{FF2B5EF4-FFF2-40B4-BE49-F238E27FC236}">
                  <a16:creationId id="{06DB4ACF-3A5F-475C-B264-3453EED7CEB0}"/>
                </a:ext>
              </a:extLst>
            </p:cNvPr>
            <p:cNvSpPr>
              <a:spLocks/>
            </p:cNvSpPr>
            <p:nvPr/>
          </p:nvSpPr>
          <p:spPr>
            <a:xfrm>
              <a:off x="4461227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7FBFA"/>
            </a:solidFill>
            <a:ln w="12700" cap="flat">
              <a:noFill/>
              <a:round/>
            </a:ln>
          </p:spPr>
        </p:sp>
        <p:sp>
          <p:nvSpPr>
            <p:cNvPr id="255" name="F1_0254_patch_233">
              <a:extLst>
                <a:ext uri="{FF2B5EF4-FFF2-40B4-BE49-F238E27FC236}">
                  <a16:creationId id="{5C01DACA-47BE-4584-AB33-D495018AD274}"/>
                </a:ext>
              </a:extLst>
            </p:cNvPr>
            <p:cNvSpPr>
              <a:spLocks/>
            </p:cNvSpPr>
            <p:nvPr/>
          </p:nvSpPr>
          <p:spPr>
            <a:xfrm>
              <a:off x="4501025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5F9F8"/>
            </a:solidFill>
            <a:ln w="12700" cap="flat">
              <a:noFill/>
              <a:round/>
            </a:ln>
          </p:spPr>
        </p:sp>
        <p:sp>
          <p:nvSpPr>
            <p:cNvPr id="256" name="F1_0255_patch_234">
              <a:extLst>
                <a:ext uri="{FF2B5EF4-FFF2-40B4-BE49-F238E27FC236}">
                  <a16:creationId id="{97DFCD03-3B45-44D8-95A6-1BB10E94708E}"/>
                </a:ext>
              </a:extLst>
            </p:cNvPr>
            <p:cNvSpPr>
              <a:spLocks/>
            </p:cNvSpPr>
            <p:nvPr/>
          </p:nvSpPr>
          <p:spPr>
            <a:xfrm>
              <a:off x="4540823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AFCFC"/>
            </a:solidFill>
            <a:ln w="12700" cap="flat">
              <a:noFill/>
              <a:round/>
            </a:ln>
          </p:spPr>
        </p:sp>
        <p:sp>
          <p:nvSpPr>
            <p:cNvPr id="257" name="F1_0256_patch_235">
              <a:extLst>
                <a:ext uri="{FF2B5EF4-FFF2-40B4-BE49-F238E27FC236}">
                  <a16:creationId id="{B5E59033-B12C-4A8D-956B-2EEC81FA615D}"/>
                </a:ext>
              </a:extLst>
            </p:cNvPr>
            <p:cNvSpPr>
              <a:spLocks/>
            </p:cNvSpPr>
            <p:nvPr/>
          </p:nvSpPr>
          <p:spPr>
            <a:xfrm>
              <a:off x="4580621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9ECE9"/>
            </a:solidFill>
            <a:ln w="12700" cap="flat">
              <a:noFill/>
              <a:round/>
            </a:ln>
          </p:spPr>
        </p:sp>
        <p:sp>
          <p:nvSpPr>
            <p:cNvPr id="258" name="F1_0257_patch_236">
              <a:extLst>
                <a:ext uri="{FF2B5EF4-FFF2-40B4-BE49-F238E27FC236}">
                  <a16:creationId id="{FD1FBB6C-B842-4D1E-A99A-6F514CE77F82}"/>
                </a:ext>
              </a:extLst>
            </p:cNvPr>
            <p:cNvSpPr>
              <a:spLocks/>
            </p:cNvSpPr>
            <p:nvPr/>
          </p:nvSpPr>
          <p:spPr>
            <a:xfrm>
              <a:off x="4620420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3EFEC"/>
            </a:solidFill>
            <a:ln w="12700" cap="flat">
              <a:noFill/>
              <a:round/>
            </a:ln>
          </p:spPr>
        </p:sp>
        <p:sp>
          <p:nvSpPr>
            <p:cNvPr id="259" name="F1_0258_patch_237">
              <a:extLst>
                <a:ext uri="{FF2B5EF4-FFF2-40B4-BE49-F238E27FC236}">
                  <a16:creationId id="{82309917-0F55-49EA-BF85-A92FAAB12379}"/>
                </a:ext>
              </a:extLst>
            </p:cNvPr>
            <p:cNvSpPr>
              <a:spLocks/>
            </p:cNvSpPr>
            <p:nvPr/>
          </p:nvSpPr>
          <p:spPr>
            <a:xfrm>
              <a:off x="4660218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1F7F5"/>
            </a:solidFill>
            <a:ln w="12700" cap="flat">
              <a:noFill/>
              <a:round/>
            </a:ln>
          </p:spPr>
        </p:sp>
        <p:sp>
          <p:nvSpPr>
            <p:cNvPr id="260" name="F1_0259_patch_238">
              <a:extLst>
                <a:ext uri="{FF2B5EF4-FFF2-40B4-BE49-F238E27FC236}">
                  <a16:creationId id="{3509B40F-0FF1-4C80-BB1C-D6365EB37411}"/>
                </a:ext>
              </a:extLst>
            </p:cNvPr>
            <p:cNvSpPr>
              <a:spLocks/>
            </p:cNvSpPr>
            <p:nvPr/>
          </p:nvSpPr>
          <p:spPr>
            <a:xfrm>
              <a:off x="4700016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6FAF9"/>
            </a:solidFill>
            <a:ln w="12700" cap="flat">
              <a:noFill/>
              <a:round/>
            </a:ln>
          </p:spPr>
        </p:sp>
        <p:sp>
          <p:nvSpPr>
            <p:cNvPr id="261" name="F1_0260_patch_239">
              <a:extLst>
                <a:ext uri="{FF2B5EF4-FFF2-40B4-BE49-F238E27FC236}">
                  <a16:creationId id="{61C59295-A20D-4C98-BA6B-4BF0B898EF3A}"/>
                </a:ext>
              </a:extLst>
            </p:cNvPr>
            <p:cNvSpPr>
              <a:spLocks/>
            </p:cNvSpPr>
            <p:nvPr/>
          </p:nvSpPr>
          <p:spPr>
            <a:xfrm>
              <a:off x="4739814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9FCFB"/>
            </a:solidFill>
            <a:ln w="12700" cap="flat">
              <a:noFill/>
              <a:round/>
            </a:ln>
          </p:spPr>
        </p:sp>
        <p:sp>
          <p:nvSpPr>
            <p:cNvPr id="262" name="F1_0261_patch_240">
              <a:extLst>
                <a:ext uri="{FF2B5EF4-FFF2-40B4-BE49-F238E27FC236}">
                  <a16:creationId id="{B261607F-B3FA-4246-8854-73F775B12337}"/>
                </a:ext>
              </a:extLst>
            </p:cNvPr>
            <p:cNvSpPr>
              <a:spLocks/>
            </p:cNvSpPr>
            <p:nvPr/>
          </p:nvSpPr>
          <p:spPr>
            <a:xfrm>
              <a:off x="4779612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7FBFA"/>
            </a:solidFill>
            <a:ln w="12700" cap="flat">
              <a:noFill/>
              <a:round/>
            </a:ln>
          </p:spPr>
        </p:sp>
        <p:sp>
          <p:nvSpPr>
            <p:cNvPr id="263" name="F1_0262_patch_241">
              <a:extLst>
                <a:ext uri="{FF2B5EF4-FFF2-40B4-BE49-F238E27FC236}">
                  <a16:creationId id="{0A2F952E-E877-4B0C-9263-7F9CCC28026F}"/>
                </a:ext>
              </a:extLst>
            </p:cNvPr>
            <p:cNvSpPr>
              <a:spLocks/>
            </p:cNvSpPr>
            <p:nvPr/>
          </p:nvSpPr>
          <p:spPr>
            <a:xfrm>
              <a:off x="4819411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DFEFE"/>
            </a:solidFill>
            <a:ln w="12700" cap="flat">
              <a:noFill/>
              <a:round/>
            </a:ln>
          </p:spPr>
        </p:sp>
        <p:sp>
          <p:nvSpPr>
            <p:cNvPr id="264" name="F1_0263_patch_242">
              <a:extLst>
                <a:ext uri="{FF2B5EF4-FFF2-40B4-BE49-F238E27FC236}">
                  <a16:creationId id="{EDC8D135-0A20-4F8E-B56C-6BD30A2DA468}"/>
                </a:ext>
              </a:extLst>
            </p:cNvPr>
            <p:cNvSpPr>
              <a:spLocks/>
            </p:cNvSpPr>
            <p:nvPr/>
          </p:nvSpPr>
          <p:spPr>
            <a:xfrm>
              <a:off x="4859209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DFEFE"/>
            </a:solidFill>
            <a:ln w="12700" cap="flat">
              <a:noFill/>
              <a:round/>
            </a:ln>
          </p:spPr>
        </p:sp>
        <p:sp>
          <p:nvSpPr>
            <p:cNvPr id="265" name="F1_0264_patch_243">
              <a:extLst>
                <a:ext uri="{FF2B5EF4-FFF2-40B4-BE49-F238E27FC236}">
                  <a16:creationId id="{027E4B93-1076-43C6-8B44-7E100AD1B8F0}"/>
                </a:ext>
              </a:extLst>
            </p:cNvPr>
            <p:cNvSpPr>
              <a:spLocks/>
            </p:cNvSpPr>
            <p:nvPr/>
          </p:nvSpPr>
          <p:spPr>
            <a:xfrm>
              <a:off x="4899007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9FCFB"/>
            </a:solidFill>
            <a:ln w="12700" cap="flat">
              <a:noFill/>
              <a:round/>
            </a:ln>
          </p:spPr>
        </p:sp>
        <p:sp>
          <p:nvSpPr>
            <p:cNvPr id="266" name="F1_0265_patch_244">
              <a:extLst>
                <a:ext uri="{FF2B5EF4-FFF2-40B4-BE49-F238E27FC236}">
                  <a16:creationId id="{ED078CEF-6823-470B-A447-C45990B724CD}"/>
                </a:ext>
              </a:extLst>
            </p:cNvPr>
            <p:cNvSpPr>
              <a:spLocks/>
            </p:cNvSpPr>
            <p:nvPr/>
          </p:nvSpPr>
          <p:spPr>
            <a:xfrm>
              <a:off x="4938805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EFD"/>
            </a:solidFill>
            <a:ln w="12700" cap="flat">
              <a:noFill/>
              <a:round/>
            </a:ln>
          </p:spPr>
        </p:sp>
        <p:sp>
          <p:nvSpPr>
            <p:cNvPr id="267" name="F1_0266_patch_245">
              <a:extLst>
                <a:ext uri="{FF2B5EF4-FFF2-40B4-BE49-F238E27FC236}">
                  <a16:creationId id="{43FCD39F-A522-4966-8B13-8B803E9BF52B}"/>
                </a:ext>
              </a:extLst>
            </p:cNvPr>
            <p:cNvSpPr>
              <a:spLocks/>
            </p:cNvSpPr>
            <p:nvPr/>
          </p:nvSpPr>
          <p:spPr>
            <a:xfrm>
              <a:off x="4978603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5F9F8"/>
            </a:solidFill>
            <a:ln w="12700" cap="flat">
              <a:noFill/>
              <a:round/>
            </a:ln>
          </p:spPr>
        </p:sp>
        <p:sp>
          <p:nvSpPr>
            <p:cNvPr id="268" name="F1_0267_patch_246">
              <a:extLst>
                <a:ext uri="{FF2B5EF4-FFF2-40B4-BE49-F238E27FC236}">
                  <a16:creationId id="{33B4367F-CDF7-4B2F-8823-FC2FFC4325FB}"/>
                </a:ext>
              </a:extLst>
            </p:cNvPr>
            <p:cNvSpPr>
              <a:spLocks/>
            </p:cNvSpPr>
            <p:nvPr/>
          </p:nvSpPr>
          <p:spPr>
            <a:xfrm>
              <a:off x="5018401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7FBFA"/>
            </a:solidFill>
            <a:ln w="12700" cap="flat">
              <a:noFill/>
              <a:round/>
            </a:ln>
          </p:spPr>
        </p:sp>
        <p:sp>
          <p:nvSpPr>
            <p:cNvPr id="269" name="F1_0268_patch_247">
              <a:extLst>
                <a:ext uri="{FF2B5EF4-FFF2-40B4-BE49-F238E27FC236}">
                  <a16:creationId id="{F295E6A0-F583-4AAC-B82F-6A3CF46AED72}"/>
                </a:ext>
              </a:extLst>
            </p:cNvPr>
            <p:cNvSpPr>
              <a:spLocks/>
            </p:cNvSpPr>
            <p:nvPr/>
          </p:nvSpPr>
          <p:spPr>
            <a:xfrm>
              <a:off x="5058200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DFEFE"/>
            </a:solidFill>
            <a:ln w="12700" cap="flat">
              <a:noFill/>
              <a:round/>
            </a:ln>
          </p:spPr>
        </p:sp>
        <p:sp>
          <p:nvSpPr>
            <p:cNvPr id="270" name="F1_0269_patch_248">
              <a:extLst>
                <a:ext uri="{FF2B5EF4-FFF2-40B4-BE49-F238E27FC236}">
                  <a16:creationId id="{8619F929-EEB5-4CE9-8730-CC3BAE288FFD}"/>
                </a:ext>
              </a:extLst>
            </p:cNvPr>
            <p:cNvSpPr>
              <a:spLocks/>
            </p:cNvSpPr>
            <p:nvPr/>
          </p:nvSpPr>
          <p:spPr>
            <a:xfrm>
              <a:off x="5097998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DFAF9"/>
            </a:solidFill>
            <a:ln w="12700" cap="flat">
              <a:noFill/>
              <a:round/>
            </a:ln>
          </p:spPr>
        </p:sp>
        <p:sp>
          <p:nvSpPr>
            <p:cNvPr id="271" name="F1_0270_patch_249">
              <a:extLst>
                <a:ext uri="{FF2B5EF4-FFF2-40B4-BE49-F238E27FC236}">
                  <a16:creationId id="{E5D8B93B-5745-4187-9EB1-06F506BB7CC9}"/>
                </a:ext>
              </a:extLst>
            </p:cNvPr>
            <p:cNvSpPr>
              <a:spLocks/>
            </p:cNvSpPr>
            <p:nvPr/>
          </p:nvSpPr>
          <p:spPr>
            <a:xfrm>
              <a:off x="5137796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7FBFA"/>
            </a:solidFill>
            <a:ln w="12700" cap="flat">
              <a:noFill/>
              <a:round/>
            </a:ln>
          </p:spPr>
        </p:sp>
        <p:sp>
          <p:nvSpPr>
            <p:cNvPr id="272" name="F1_0271_patch_250">
              <a:extLst>
                <a:ext uri="{FF2B5EF4-FFF2-40B4-BE49-F238E27FC236}">
                  <a16:creationId id="{BB3D1A76-1EC7-4F3D-9043-4C14A7FE1AE9}"/>
                </a:ext>
              </a:extLst>
            </p:cNvPr>
            <p:cNvSpPr>
              <a:spLocks/>
            </p:cNvSpPr>
            <p:nvPr/>
          </p:nvSpPr>
          <p:spPr>
            <a:xfrm>
              <a:off x="5177594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CFDFD"/>
            </a:solidFill>
            <a:ln w="12700" cap="flat">
              <a:noFill/>
              <a:round/>
            </a:ln>
          </p:spPr>
        </p:sp>
        <p:sp>
          <p:nvSpPr>
            <p:cNvPr id="273" name="F1_0272_patch_251">
              <a:extLst>
                <a:ext uri="{FF2B5EF4-FFF2-40B4-BE49-F238E27FC236}">
                  <a16:creationId id="{65D781DE-6349-431F-8B4C-E4A1BA812447}"/>
                </a:ext>
              </a:extLst>
            </p:cNvPr>
            <p:cNvSpPr>
              <a:spLocks/>
            </p:cNvSpPr>
            <p:nvPr/>
          </p:nvSpPr>
          <p:spPr>
            <a:xfrm>
              <a:off x="5217392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E"/>
            </a:solidFill>
            <a:ln w="12700" cap="flat">
              <a:noFill/>
              <a:round/>
            </a:ln>
          </p:spPr>
        </p:sp>
        <p:sp>
          <p:nvSpPr>
            <p:cNvPr id="274" name="F1_0273_patch_252">
              <a:extLst>
                <a:ext uri="{FF2B5EF4-FFF2-40B4-BE49-F238E27FC236}">
                  <a16:creationId id="{AD6E91C2-4885-4040-80F0-631D3F0F2C6C}"/>
                </a:ext>
              </a:extLst>
            </p:cNvPr>
            <p:cNvSpPr>
              <a:spLocks/>
            </p:cNvSpPr>
            <p:nvPr/>
          </p:nvSpPr>
          <p:spPr>
            <a:xfrm>
              <a:off x="5257190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DFAF9"/>
            </a:solidFill>
            <a:ln w="12700" cap="flat">
              <a:noFill/>
              <a:round/>
            </a:ln>
          </p:spPr>
        </p:sp>
        <p:sp>
          <p:nvSpPr>
            <p:cNvPr id="275" name="F1_0274_patch_253">
              <a:extLst>
                <a:ext uri="{FF2B5EF4-FFF2-40B4-BE49-F238E27FC236}">
                  <a16:creationId id="{47447011-466D-458B-9EC6-34C8B63F2825}"/>
                </a:ext>
              </a:extLst>
            </p:cNvPr>
            <p:cNvSpPr>
              <a:spLocks/>
            </p:cNvSpPr>
            <p:nvPr/>
          </p:nvSpPr>
          <p:spPr>
            <a:xfrm>
              <a:off x="5296989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EFD"/>
            </a:solidFill>
            <a:ln w="12700" cap="flat">
              <a:noFill/>
              <a:round/>
            </a:ln>
          </p:spPr>
        </p:sp>
        <p:sp>
          <p:nvSpPr>
            <p:cNvPr id="276" name="F1_0275_patch_254">
              <a:extLst>
                <a:ext uri="{FF2B5EF4-FFF2-40B4-BE49-F238E27FC236}">
                  <a16:creationId id="{FDC1F62E-B82F-4CAC-9B13-55FE82B59929}"/>
                </a:ext>
              </a:extLst>
            </p:cNvPr>
            <p:cNvSpPr>
              <a:spLocks/>
            </p:cNvSpPr>
            <p:nvPr/>
          </p:nvSpPr>
          <p:spPr>
            <a:xfrm>
              <a:off x="5336787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BFA"/>
            </a:solidFill>
            <a:ln w="12700" cap="flat">
              <a:noFill/>
              <a:round/>
            </a:ln>
          </p:spPr>
        </p:sp>
        <p:sp>
          <p:nvSpPr>
            <p:cNvPr id="277" name="F1_0276_patch_255">
              <a:extLst>
                <a:ext uri="{FF2B5EF4-FFF2-40B4-BE49-F238E27FC236}">
                  <a16:creationId id="{54FCE1A5-72AE-4FE6-9F3F-FD16E37C9B6C}"/>
                </a:ext>
              </a:extLst>
            </p:cNvPr>
            <p:cNvSpPr>
              <a:spLocks/>
            </p:cNvSpPr>
            <p:nvPr/>
          </p:nvSpPr>
          <p:spPr>
            <a:xfrm>
              <a:off x="5376585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DFC"/>
            </a:solidFill>
            <a:ln w="12700" cap="flat">
              <a:noFill/>
              <a:round/>
            </a:ln>
          </p:spPr>
        </p:sp>
        <p:sp>
          <p:nvSpPr>
            <p:cNvPr id="278" name="F1_0277_patch_256">
              <a:extLst>
                <a:ext uri="{FF2B5EF4-FFF2-40B4-BE49-F238E27FC236}">
                  <a16:creationId id="{02759397-81EE-4467-9E58-34A60D0661FB}"/>
                </a:ext>
              </a:extLst>
            </p:cNvPr>
            <p:cNvSpPr>
              <a:spLocks/>
            </p:cNvSpPr>
            <p:nvPr/>
          </p:nvSpPr>
          <p:spPr>
            <a:xfrm>
              <a:off x="5416383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E"/>
            </a:solidFill>
            <a:ln w="12700" cap="flat">
              <a:noFill/>
              <a:round/>
            </a:ln>
          </p:spPr>
        </p:sp>
        <p:sp>
          <p:nvSpPr>
            <p:cNvPr id="279" name="F1_0278_patch_257">
              <a:extLst>
                <a:ext uri="{FF2B5EF4-FFF2-40B4-BE49-F238E27FC236}">
                  <a16:creationId id="{3B8F9BAA-3DAE-472B-80A1-64960A30827B}"/>
                </a:ext>
              </a:extLst>
            </p:cNvPr>
            <p:cNvSpPr>
              <a:spLocks/>
            </p:cNvSpPr>
            <p:nvPr/>
          </p:nvSpPr>
          <p:spPr>
            <a:xfrm>
              <a:off x="5456181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5F9F8"/>
            </a:solidFill>
            <a:ln w="12700" cap="flat">
              <a:noFill/>
              <a:round/>
            </a:ln>
          </p:spPr>
        </p:sp>
        <p:sp>
          <p:nvSpPr>
            <p:cNvPr id="280" name="F1_0279_patch_258">
              <a:extLst>
                <a:ext uri="{FF2B5EF4-FFF2-40B4-BE49-F238E27FC236}">
                  <a16:creationId id="{ADAE7A9A-3873-40AD-BF7B-B85CD84C8EAC}"/>
                </a:ext>
              </a:extLst>
            </p:cNvPr>
            <p:cNvSpPr>
              <a:spLocks/>
            </p:cNvSpPr>
            <p:nvPr/>
          </p:nvSpPr>
          <p:spPr>
            <a:xfrm>
              <a:off x="5495979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7FBFA"/>
            </a:solidFill>
            <a:ln w="12700" cap="flat">
              <a:noFill/>
              <a:round/>
            </a:ln>
          </p:spPr>
        </p:sp>
        <p:sp>
          <p:nvSpPr>
            <p:cNvPr id="281" name="F1_0280_patch_259">
              <a:extLst>
                <a:ext uri="{FF2B5EF4-FFF2-40B4-BE49-F238E27FC236}">
                  <a16:creationId id="{37F00C3A-A024-43BA-9B5F-7265D50E9151}"/>
                </a:ext>
              </a:extLst>
            </p:cNvPr>
            <p:cNvSpPr>
              <a:spLocks/>
            </p:cNvSpPr>
            <p:nvPr/>
          </p:nvSpPr>
          <p:spPr>
            <a:xfrm>
              <a:off x="5535778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CFDFD"/>
            </a:solidFill>
            <a:ln w="12700" cap="flat">
              <a:noFill/>
              <a:round/>
            </a:ln>
          </p:spPr>
        </p:sp>
        <p:sp>
          <p:nvSpPr>
            <p:cNvPr id="282" name="F1_0281_patch_260">
              <a:extLst>
                <a:ext uri="{FF2B5EF4-FFF2-40B4-BE49-F238E27FC236}">
                  <a16:creationId id="{492F3CF1-DB28-4197-89EC-4A7463A169BC}"/>
                </a:ext>
              </a:extLst>
            </p:cNvPr>
            <p:cNvSpPr>
              <a:spLocks/>
            </p:cNvSpPr>
            <p:nvPr/>
          </p:nvSpPr>
          <p:spPr>
            <a:xfrm>
              <a:off x="5575576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7FBFA"/>
            </a:solidFill>
            <a:ln w="12700" cap="flat">
              <a:noFill/>
              <a:round/>
            </a:ln>
          </p:spPr>
        </p:sp>
        <p:sp>
          <p:nvSpPr>
            <p:cNvPr id="283" name="F1_0282_patch_261">
              <a:extLst>
                <a:ext uri="{FF2B5EF4-FFF2-40B4-BE49-F238E27FC236}">
                  <a16:creationId id="{489A7A30-C37F-412D-ACF9-3CF7CF31E033}"/>
                </a:ext>
              </a:extLst>
            </p:cNvPr>
            <p:cNvSpPr>
              <a:spLocks/>
            </p:cNvSpPr>
            <p:nvPr/>
          </p:nvSpPr>
          <p:spPr>
            <a:xfrm>
              <a:off x="5615374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</p:spPr>
        </p:sp>
        <p:sp>
          <p:nvSpPr>
            <p:cNvPr id="284" name="F1_0283_patch_262">
              <a:extLst>
                <a:ext uri="{FF2B5EF4-FFF2-40B4-BE49-F238E27FC236}">
                  <a16:creationId id="{097137D5-CE6D-4FB2-9385-93860D70D357}"/>
                </a:ext>
              </a:extLst>
            </p:cNvPr>
            <p:cNvSpPr>
              <a:spLocks/>
            </p:cNvSpPr>
            <p:nvPr/>
          </p:nvSpPr>
          <p:spPr>
            <a:xfrm>
              <a:off x="5655172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4F0ED"/>
            </a:solidFill>
            <a:ln w="12700" cap="flat">
              <a:noFill/>
              <a:round/>
            </a:ln>
          </p:spPr>
        </p:sp>
        <p:sp>
          <p:nvSpPr>
            <p:cNvPr id="285" name="F1_0284_patch_263">
              <a:extLst>
                <a:ext uri="{FF2B5EF4-FFF2-40B4-BE49-F238E27FC236}">
                  <a16:creationId id="{833B0D24-FCBD-44FC-A6F8-12377CA41BD4}"/>
                </a:ext>
              </a:extLst>
            </p:cNvPr>
            <p:cNvSpPr>
              <a:spLocks/>
            </p:cNvSpPr>
            <p:nvPr/>
          </p:nvSpPr>
          <p:spPr>
            <a:xfrm>
              <a:off x="5694970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DF8F6"/>
            </a:solidFill>
            <a:ln w="12700" cap="flat">
              <a:noFill/>
              <a:round/>
            </a:ln>
          </p:spPr>
        </p:sp>
        <p:sp>
          <p:nvSpPr>
            <p:cNvPr id="286" name="F1_0285_patch_264">
              <a:extLst>
                <a:ext uri="{FF2B5EF4-FFF2-40B4-BE49-F238E27FC236}">
                  <a16:creationId id="{3F191B5E-E004-4C4D-8D22-5984E5EFB90B}"/>
                </a:ext>
              </a:extLst>
            </p:cNvPr>
            <p:cNvSpPr>
              <a:spLocks/>
            </p:cNvSpPr>
            <p:nvPr/>
          </p:nvSpPr>
          <p:spPr>
            <a:xfrm>
              <a:off x="5734768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BFA"/>
            </a:solidFill>
            <a:ln w="12700" cap="flat">
              <a:noFill/>
              <a:round/>
            </a:ln>
          </p:spPr>
        </p:sp>
        <p:sp>
          <p:nvSpPr>
            <p:cNvPr id="287" name="F1_0286_patch_265">
              <a:extLst>
                <a:ext uri="{FF2B5EF4-FFF2-40B4-BE49-F238E27FC236}">
                  <a16:creationId id="{1CBA9156-07D0-4FB8-9423-3AF61C799A10}"/>
                </a:ext>
              </a:extLst>
            </p:cNvPr>
            <p:cNvSpPr>
              <a:spLocks/>
            </p:cNvSpPr>
            <p:nvPr/>
          </p:nvSpPr>
          <p:spPr>
            <a:xfrm>
              <a:off x="5774567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FFF"/>
            </a:solidFill>
            <a:ln w="12700" cap="flat">
              <a:noFill/>
              <a:round/>
            </a:ln>
          </p:spPr>
        </p:sp>
        <p:sp>
          <p:nvSpPr>
            <p:cNvPr id="288" name="F1_0287_patch_266">
              <a:extLst>
                <a:ext uri="{FF2B5EF4-FFF2-40B4-BE49-F238E27FC236}">
                  <a16:creationId id="{0C2098FB-EB98-412A-A3B6-1B0F46723BE5}"/>
                </a:ext>
              </a:extLst>
            </p:cNvPr>
            <p:cNvSpPr>
              <a:spLocks/>
            </p:cNvSpPr>
            <p:nvPr/>
          </p:nvSpPr>
          <p:spPr>
            <a:xfrm>
              <a:off x="5814365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AFCFC"/>
            </a:solidFill>
            <a:ln w="12700" cap="flat">
              <a:noFill/>
              <a:round/>
            </a:ln>
          </p:spPr>
        </p:sp>
        <p:sp>
          <p:nvSpPr>
            <p:cNvPr id="289" name="F1_0288_patch_267">
              <a:extLst>
                <a:ext uri="{FF2B5EF4-FFF2-40B4-BE49-F238E27FC236}">
                  <a16:creationId id="{869E3E10-3DD2-49A2-8903-D112984C576E}"/>
                </a:ext>
              </a:extLst>
            </p:cNvPr>
            <p:cNvSpPr>
              <a:spLocks/>
            </p:cNvSpPr>
            <p:nvPr/>
          </p:nvSpPr>
          <p:spPr>
            <a:xfrm>
              <a:off x="5854163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FFF"/>
            </a:solidFill>
            <a:ln w="12700" cap="flat">
              <a:noFill/>
              <a:round/>
            </a:ln>
          </p:spPr>
        </p:sp>
        <p:sp>
          <p:nvSpPr>
            <p:cNvPr id="290" name="F1_0289_patch_268">
              <a:extLst>
                <a:ext uri="{FF2B5EF4-FFF2-40B4-BE49-F238E27FC236}">
                  <a16:creationId id="{46EBC8F9-F58E-4F48-9CDE-AB396B11FCB9}"/>
                </a:ext>
              </a:extLst>
            </p:cNvPr>
            <p:cNvSpPr>
              <a:spLocks/>
            </p:cNvSpPr>
            <p:nvPr/>
          </p:nvSpPr>
          <p:spPr>
            <a:xfrm>
              <a:off x="5893961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7FBFA"/>
            </a:solidFill>
            <a:ln w="12700" cap="flat">
              <a:noFill/>
              <a:round/>
            </a:ln>
          </p:spPr>
        </p:sp>
        <p:sp>
          <p:nvSpPr>
            <p:cNvPr id="291" name="F1_0290_patch_269">
              <a:extLst>
                <a:ext uri="{FF2B5EF4-FFF2-40B4-BE49-F238E27FC236}">
                  <a16:creationId id="{7927AE01-CE29-4AF5-8D0F-E158CBFF5BE3}"/>
                </a:ext>
              </a:extLst>
            </p:cNvPr>
            <p:cNvSpPr>
              <a:spLocks/>
            </p:cNvSpPr>
            <p:nvPr/>
          </p:nvSpPr>
          <p:spPr>
            <a:xfrm>
              <a:off x="5933759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DFEFE"/>
            </a:solidFill>
            <a:ln w="12700" cap="flat">
              <a:noFill/>
              <a:round/>
            </a:ln>
          </p:spPr>
        </p:sp>
        <p:sp>
          <p:nvSpPr>
            <p:cNvPr id="292" name="F1_0291_patch_270">
              <a:extLst>
                <a:ext uri="{FF2B5EF4-FFF2-40B4-BE49-F238E27FC236}">
                  <a16:creationId id="{553127C1-9089-4673-B36E-26B7DCCFD4EB}"/>
                </a:ext>
              </a:extLst>
            </p:cNvPr>
            <p:cNvSpPr>
              <a:spLocks/>
            </p:cNvSpPr>
            <p:nvPr/>
          </p:nvSpPr>
          <p:spPr>
            <a:xfrm>
              <a:off x="5973557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DFC"/>
            </a:solidFill>
            <a:ln w="12700" cap="flat">
              <a:noFill/>
              <a:round/>
            </a:ln>
          </p:spPr>
        </p:sp>
        <p:sp>
          <p:nvSpPr>
            <p:cNvPr id="293" name="F1_0292_patch_271">
              <a:extLst>
                <a:ext uri="{FF2B5EF4-FFF2-40B4-BE49-F238E27FC236}">
                  <a16:creationId id="{E3134A80-6F16-4E97-91E1-C2A4EB1FB028}"/>
                </a:ext>
              </a:extLst>
            </p:cNvPr>
            <p:cNvSpPr>
              <a:spLocks/>
            </p:cNvSpPr>
            <p:nvPr/>
          </p:nvSpPr>
          <p:spPr>
            <a:xfrm>
              <a:off x="6013356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3F8F7"/>
            </a:solidFill>
            <a:ln w="12700" cap="flat">
              <a:noFill/>
              <a:round/>
            </a:ln>
          </p:spPr>
        </p:sp>
        <p:sp>
          <p:nvSpPr>
            <p:cNvPr id="294" name="F1_0293_patch_272">
              <a:extLst>
                <a:ext uri="{FF2B5EF4-FFF2-40B4-BE49-F238E27FC236}">
                  <a16:creationId id="{C539F8C7-AA1C-4CFD-99CB-B60DB3D64413}"/>
                </a:ext>
              </a:extLst>
            </p:cNvPr>
            <p:cNvSpPr>
              <a:spLocks/>
            </p:cNvSpPr>
            <p:nvPr/>
          </p:nvSpPr>
          <p:spPr>
            <a:xfrm>
              <a:off x="6053154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DFC"/>
            </a:solidFill>
            <a:ln w="12700" cap="flat">
              <a:noFill/>
              <a:round/>
            </a:ln>
          </p:spPr>
        </p:sp>
        <p:sp>
          <p:nvSpPr>
            <p:cNvPr id="295" name="F1_0294_patch_273">
              <a:extLst>
                <a:ext uri="{FF2B5EF4-FFF2-40B4-BE49-F238E27FC236}">
                  <a16:creationId id="{CEB43B98-7482-46FC-99F7-3DB743CF1CE7}"/>
                </a:ext>
              </a:extLst>
            </p:cNvPr>
            <p:cNvSpPr>
              <a:spLocks/>
            </p:cNvSpPr>
            <p:nvPr/>
          </p:nvSpPr>
          <p:spPr>
            <a:xfrm>
              <a:off x="6092952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EF5F3"/>
            </a:solidFill>
            <a:ln w="12700" cap="flat">
              <a:noFill/>
              <a:round/>
            </a:ln>
          </p:spPr>
        </p:sp>
        <p:sp>
          <p:nvSpPr>
            <p:cNvPr id="296" name="F1_0295_patch_274">
              <a:extLst>
                <a:ext uri="{FF2B5EF4-FFF2-40B4-BE49-F238E27FC236}">
                  <a16:creationId id="{BA7C711E-E8B6-42B4-BB50-ACEEE4A210D0}"/>
                </a:ext>
              </a:extLst>
            </p:cNvPr>
            <p:cNvSpPr>
              <a:spLocks/>
            </p:cNvSpPr>
            <p:nvPr/>
          </p:nvSpPr>
          <p:spPr>
            <a:xfrm>
              <a:off x="6132750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EF5F3"/>
            </a:solidFill>
            <a:ln w="12700" cap="flat">
              <a:noFill/>
              <a:round/>
            </a:ln>
          </p:spPr>
        </p:sp>
        <p:sp>
          <p:nvSpPr>
            <p:cNvPr id="297" name="F1_0296_patch_275">
              <a:extLst>
                <a:ext uri="{FF2B5EF4-FFF2-40B4-BE49-F238E27FC236}">
                  <a16:creationId id="{D8769997-CA76-4834-9561-BA6598255FD4}"/>
                </a:ext>
              </a:extLst>
            </p:cNvPr>
            <p:cNvSpPr>
              <a:spLocks/>
            </p:cNvSpPr>
            <p:nvPr/>
          </p:nvSpPr>
          <p:spPr>
            <a:xfrm>
              <a:off x="6172548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CFB"/>
            </a:solidFill>
            <a:ln w="12700" cap="flat">
              <a:noFill/>
              <a:round/>
            </a:ln>
          </p:spPr>
        </p:sp>
        <p:sp>
          <p:nvSpPr>
            <p:cNvPr id="298" name="F1_0297_patch_276">
              <a:extLst>
                <a:ext uri="{FF2B5EF4-FFF2-40B4-BE49-F238E27FC236}">
                  <a16:creationId id="{5B180924-668F-451B-A9FB-71F38F8162BA}"/>
                </a:ext>
              </a:extLst>
            </p:cNvPr>
            <p:cNvSpPr>
              <a:spLocks/>
            </p:cNvSpPr>
            <p:nvPr/>
          </p:nvSpPr>
          <p:spPr>
            <a:xfrm>
              <a:off x="6212347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CF7F5"/>
            </a:solidFill>
            <a:ln w="12700" cap="flat">
              <a:noFill/>
              <a:round/>
            </a:ln>
          </p:spPr>
        </p:sp>
        <p:sp>
          <p:nvSpPr>
            <p:cNvPr id="299" name="F1_0298_patch_277">
              <a:extLst>
                <a:ext uri="{FF2B5EF4-FFF2-40B4-BE49-F238E27FC236}">
                  <a16:creationId id="{D77D65D1-2249-4A19-A46C-61E8AA10D7B2}"/>
                </a:ext>
              </a:extLst>
            </p:cNvPr>
            <p:cNvSpPr>
              <a:spLocks/>
            </p:cNvSpPr>
            <p:nvPr/>
          </p:nvSpPr>
          <p:spPr>
            <a:xfrm>
              <a:off x="6252145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</p:spPr>
        </p:sp>
        <p:sp>
          <p:nvSpPr>
            <p:cNvPr id="300" name="F1_0299_patch_278">
              <a:extLst>
                <a:ext uri="{FF2B5EF4-FFF2-40B4-BE49-F238E27FC236}">
                  <a16:creationId id="{7AC11B46-9474-4A7E-A348-E24E1309EA1B}"/>
                </a:ext>
              </a:extLst>
            </p:cNvPr>
            <p:cNvSpPr>
              <a:spLocks/>
            </p:cNvSpPr>
            <p:nvPr/>
          </p:nvSpPr>
          <p:spPr>
            <a:xfrm>
              <a:off x="6291943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5E7E2"/>
            </a:solidFill>
            <a:ln w="12700" cap="flat">
              <a:noFill/>
              <a:round/>
            </a:ln>
          </p:spPr>
        </p:sp>
        <p:sp>
          <p:nvSpPr>
            <p:cNvPr id="301" name="F1_0300_patch_279">
              <a:extLst>
                <a:ext uri="{FF2B5EF4-FFF2-40B4-BE49-F238E27FC236}">
                  <a16:creationId id="{4D675EE1-67E4-4F23-8BF6-1DD2968CC781}"/>
                </a:ext>
              </a:extLst>
            </p:cNvPr>
            <p:cNvSpPr>
              <a:spLocks/>
            </p:cNvSpPr>
            <p:nvPr/>
          </p:nvSpPr>
          <p:spPr>
            <a:xfrm>
              <a:off x="6331741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AF1EE"/>
            </a:solidFill>
            <a:ln w="12700" cap="flat">
              <a:noFill/>
              <a:round/>
            </a:ln>
          </p:spPr>
        </p:sp>
        <p:sp>
          <p:nvSpPr>
            <p:cNvPr id="302" name="F1_0301_patch_280">
              <a:extLst>
                <a:ext uri="{FF2B5EF4-FFF2-40B4-BE49-F238E27FC236}">
                  <a16:creationId id="{677B3934-83F8-4487-ABA0-EF2337DDC392}"/>
                </a:ext>
              </a:extLst>
            </p:cNvPr>
            <p:cNvSpPr>
              <a:spLocks/>
            </p:cNvSpPr>
            <p:nvPr/>
          </p:nvSpPr>
          <p:spPr>
            <a:xfrm>
              <a:off x="6371539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CFB"/>
            </a:solidFill>
            <a:ln w="12700" cap="flat">
              <a:noFill/>
              <a:round/>
            </a:ln>
          </p:spPr>
        </p:sp>
        <p:sp>
          <p:nvSpPr>
            <p:cNvPr id="303" name="F1_0302_patch_281">
              <a:extLst>
                <a:ext uri="{FF2B5EF4-FFF2-40B4-BE49-F238E27FC236}">
                  <a16:creationId id="{763B1072-A528-41CC-911C-A7581BB462DD}"/>
                </a:ext>
              </a:extLst>
            </p:cNvPr>
            <p:cNvSpPr>
              <a:spLocks/>
            </p:cNvSpPr>
            <p:nvPr/>
          </p:nvSpPr>
          <p:spPr>
            <a:xfrm>
              <a:off x="6411337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</p:spPr>
        </p:sp>
        <p:sp>
          <p:nvSpPr>
            <p:cNvPr id="304" name="F1_0303_patch_282">
              <a:extLst>
                <a:ext uri="{FF2B5EF4-FFF2-40B4-BE49-F238E27FC236}">
                  <a16:creationId id="{2603C852-22E5-4545-ABDD-E20822BDDB25}"/>
                </a:ext>
              </a:extLst>
            </p:cNvPr>
            <p:cNvSpPr>
              <a:spLocks/>
            </p:cNvSpPr>
            <p:nvPr/>
          </p:nvSpPr>
          <p:spPr>
            <a:xfrm>
              <a:off x="6451136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CDE3DD"/>
            </a:solidFill>
            <a:ln w="12700" cap="flat">
              <a:noFill/>
              <a:round/>
            </a:ln>
          </p:spPr>
        </p:sp>
        <p:sp>
          <p:nvSpPr>
            <p:cNvPr id="305" name="F1_0304_patch_283">
              <a:extLst>
                <a:ext uri="{FF2B5EF4-FFF2-40B4-BE49-F238E27FC236}">
                  <a16:creationId id="{6E3A3224-3A14-4EFF-8B56-10E40CB43C92}"/>
                </a:ext>
              </a:extLst>
            </p:cNvPr>
            <p:cNvSpPr>
              <a:spLocks/>
            </p:cNvSpPr>
            <p:nvPr/>
          </p:nvSpPr>
          <p:spPr>
            <a:xfrm>
              <a:off x="6490934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3F8F7"/>
            </a:solidFill>
            <a:ln w="12700" cap="flat">
              <a:noFill/>
              <a:round/>
            </a:ln>
          </p:spPr>
        </p:sp>
        <p:sp>
          <p:nvSpPr>
            <p:cNvPr id="306" name="F1_0305_patch_284">
              <a:extLst>
                <a:ext uri="{FF2B5EF4-FFF2-40B4-BE49-F238E27FC236}">
                  <a16:creationId id="{8CCF3A1A-196F-4418-A7B4-2562F1A347C3}"/>
                </a:ext>
              </a:extLst>
            </p:cNvPr>
            <p:cNvSpPr>
              <a:spLocks/>
            </p:cNvSpPr>
            <p:nvPr/>
          </p:nvSpPr>
          <p:spPr>
            <a:xfrm>
              <a:off x="6530732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AFCFC"/>
            </a:solidFill>
            <a:ln w="12700" cap="flat">
              <a:noFill/>
              <a:round/>
            </a:ln>
          </p:spPr>
        </p:sp>
        <p:sp>
          <p:nvSpPr>
            <p:cNvPr id="307" name="F1_0306_patch_285">
              <a:extLst>
                <a:ext uri="{FF2B5EF4-FFF2-40B4-BE49-F238E27FC236}">
                  <a16:creationId id="{80A8E5B8-B566-4ED6-BEAF-46A9E894EC2B}"/>
                </a:ext>
              </a:extLst>
            </p:cNvPr>
            <p:cNvSpPr>
              <a:spLocks/>
            </p:cNvSpPr>
            <p:nvPr/>
          </p:nvSpPr>
          <p:spPr>
            <a:xfrm>
              <a:off x="6570530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4F0ED"/>
            </a:solidFill>
            <a:ln w="12700" cap="flat">
              <a:noFill/>
              <a:round/>
            </a:ln>
          </p:spPr>
        </p:sp>
        <p:sp>
          <p:nvSpPr>
            <p:cNvPr id="308" name="F1_0307_patch_286">
              <a:extLst>
                <a:ext uri="{FF2B5EF4-FFF2-40B4-BE49-F238E27FC236}">
                  <a16:creationId id="{48A9301B-4864-41C9-B230-2DB35993D2B0}"/>
                </a:ext>
              </a:extLst>
            </p:cNvPr>
            <p:cNvSpPr>
              <a:spLocks/>
            </p:cNvSpPr>
            <p:nvPr/>
          </p:nvSpPr>
          <p:spPr>
            <a:xfrm>
              <a:off x="6610328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AFCFC"/>
            </a:solidFill>
            <a:ln w="12700" cap="flat">
              <a:noFill/>
              <a:round/>
            </a:ln>
          </p:spPr>
        </p:sp>
        <p:sp>
          <p:nvSpPr>
            <p:cNvPr id="309" name="F1_0308_patch_287">
              <a:extLst>
                <a:ext uri="{FF2B5EF4-FFF2-40B4-BE49-F238E27FC236}">
                  <a16:creationId id="{2A5923F8-04D5-4DDA-A8EF-7056865E5407}"/>
                </a:ext>
              </a:extLst>
            </p:cNvPr>
            <p:cNvSpPr>
              <a:spLocks/>
            </p:cNvSpPr>
            <p:nvPr/>
          </p:nvSpPr>
          <p:spPr>
            <a:xfrm>
              <a:off x="6650126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AFCFC"/>
            </a:solidFill>
            <a:ln w="12700" cap="flat">
              <a:noFill/>
              <a:round/>
            </a:ln>
          </p:spPr>
        </p:sp>
        <p:sp>
          <p:nvSpPr>
            <p:cNvPr id="310" name="F1_0309_patch_288">
              <a:extLst>
                <a:ext uri="{FF2B5EF4-FFF2-40B4-BE49-F238E27FC236}">
                  <a16:creationId id="{F4EF7FB0-B835-45F6-80D3-79AE03F3963C}"/>
                </a:ext>
              </a:extLst>
            </p:cNvPr>
            <p:cNvSpPr>
              <a:spLocks/>
            </p:cNvSpPr>
            <p:nvPr/>
          </p:nvSpPr>
          <p:spPr>
            <a:xfrm>
              <a:off x="6689925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E"/>
            </a:solidFill>
            <a:ln w="12700" cap="flat">
              <a:noFill/>
              <a:round/>
            </a:ln>
          </p:spPr>
        </p:sp>
        <p:sp>
          <p:nvSpPr>
            <p:cNvPr id="311" name="F1_0310_patch_289">
              <a:extLst>
                <a:ext uri="{FF2B5EF4-FFF2-40B4-BE49-F238E27FC236}">
                  <a16:creationId id="{F469CD83-4105-4D7A-A57E-3059C41C75B2}"/>
                </a:ext>
              </a:extLst>
            </p:cNvPr>
            <p:cNvSpPr>
              <a:spLocks/>
            </p:cNvSpPr>
            <p:nvPr/>
          </p:nvSpPr>
          <p:spPr>
            <a:xfrm>
              <a:off x="6729723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AF0ED"/>
            </a:solidFill>
            <a:ln w="12700" cap="flat">
              <a:noFill/>
              <a:round/>
            </a:ln>
          </p:spPr>
        </p:sp>
        <p:sp>
          <p:nvSpPr>
            <p:cNvPr id="312" name="F1_0311_patch_290">
              <a:extLst>
                <a:ext uri="{FF2B5EF4-FFF2-40B4-BE49-F238E27FC236}">
                  <a16:creationId id="{2B72E0A5-3571-4EC1-BF1F-65A4592423B6}"/>
                </a:ext>
              </a:extLst>
            </p:cNvPr>
            <p:cNvSpPr>
              <a:spLocks/>
            </p:cNvSpPr>
            <p:nvPr/>
          </p:nvSpPr>
          <p:spPr>
            <a:xfrm>
              <a:off x="6769521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DF8F6"/>
            </a:solidFill>
            <a:ln w="12700" cap="flat">
              <a:noFill/>
              <a:round/>
            </a:ln>
          </p:spPr>
        </p:sp>
        <p:sp>
          <p:nvSpPr>
            <p:cNvPr id="313" name="F1_0312_patch_291">
              <a:extLst>
                <a:ext uri="{FF2B5EF4-FFF2-40B4-BE49-F238E27FC236}">
                  <a16:creationId id="{FC919F77-1A31-4BD5-B782-D1CC7F514182}"/>
                </a:ext>
              </a:extLst>
            </p:cNvPr>
            <p:cNvSpPr>
              <a:spLocks/>
            </p:cNvSpPr>
            <p:nvPr/>
          </p:nvSpPr>
          <p:spPr>
            <a:xfrm>
              <a:off x="6809319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</p:spPr>
        </p:sp>
        <p:sp>
          <p:nvSpPr>
            <p:cNvPr id="314" name="F1_0313_patch_292">
              <a:extLst>
                <a:ext uri="{FF2B5EF4-FFF2-40B4-BE49-F238E27FC236}">
                  <a16:creationId id="{A9A782CC-1571-47E7-898C-28A7D531EB3F}"/>
                </a:ext>
              </a:extLst>
            </p:cNvPr>
            <p:cNvSpPr>
              <a:spLocks/>
            </p:cNvSpPr>
            <p:nvPr/>
          </p:nvSpPr>
          <p:spPr>
            <a:xfrm>
              <a:off x="6849117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CAE1DB"/>
            </a:solidFill>
            <a:ln w="12700" cap="flat">
              <a:noFill/>
              <a:round/>
            </a:ln>
          </p:spPr>
        </p:sp>
        <p:sp>
          <p:nvSpPr>
            <p:cNvPr id="315" name="F1_0314_patch_293">
              <a:extLst>
                <a:ext uri="{FF2B5EF4-FFF2-40B4-BE49-F238E27FC236}">
                  <a16:creationId id="{3B6290A5-B372-48FC-8180-C0B95C69A6CD}"/>
                </a:ext>
              </a:extLst>
            </p:cNvPr>
            <p:cNvSpPr>
              <a:spLocks/>
            </p:cNvSpPr>
            <p:nvPr/>
          </p:nvSpPr>
          <p:spPr>
            <a:xfrm>
              <a:off x="6888915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CF5F3"/>
            </a:solidFill>
            <a:ln w="12700" cap="flat">
              <a:noFill/>
              <a:round/>
            </a:ln>
          </p:spPr>
        </p:sp>
        <p:sp>
          <p:nvSpPr>
            <p:cNvPr id="316" name="F1_0315_patch_294">
              <a:extLst>
                <a:ext uri="{FF2B5EF4-FFF2-40B4-BE49-F238E27FC236}">
                  <a16:creationId id="{3FC84E0E-2DC7-4EF0-8A58-3C7658F81246}"/>
                </a:ext>
              </a:extLst>
            </p:cNvPr>
            <p:cNvSpPr>
              <a:spLocks/>
            </p:cNvSpPr>
            <p:nvPr/>
          </p:nvSpPr>
          <p:spPr>
            <a:xfrm>
              <a:off x="6928714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CF6F4"/>
            </a:solidFill>
            <a:ln w="12700" cap="flat">
              <a:noFill/>
              <a:round/>
            </a:ln>
          </p:spPr>
        </p:sp>
        <p:sp>
          <p:nvSpPr>
            <p:cNvPr id="317" name="F1_0316_patch_295">
              <a:extLst>
                <a:ext uri="{FF2B5EF4-FFF2-40B4-BE49-F238E27FC236}">
                  <a16:creationId id="{C63BEB42-0CC0-41D8-83B6-59D6B2C358ED}"/>
                </a:ext>
              </a:extLst>
            </p:cNvPr>
            <p:cNvSpPr>
              <a:spLocks/>
            </p:cNvSpPr>
            <p:nvPr/>
          </p:nvSpPr>
          <p:spPr>
            <a:xfrm>
              <a:off x="6968512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</p:spPr>
        </p:sp>
        <p:sp>
          <p:nvSpPr>
            <p:cNvPr id="318" name="F1_0317_patch_296">
              <a:extLst>
                <a:ext uri="{FF2B5EF4-FFF2-40B4-BE49-F238E27FC236}">
                  <a16:creationId id="{F1A47F37-4FC1-4755-92E0-D65835F2F990}"/>
                </a:ext>
              </a:extLst>
            </p:cNvPr>
            <p:cNvSpPr>
              <a:spLocks/>
            </p:cNvSpPr>
            <p:nvPr/>
          </p:nvSpPr>
          <p:spPr>
            <a:xfrm>
              <a:off x="7008310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1EEEB"/>
            </a:solidFill>
            <a:ln w="12700" cap="flat">
              <a:noFill/>
              <a:round/>
            </a:ln>
          </p:spPr>
        </p:sp>
        <p:sp>
          <p:nvSpPr>
            <p:cNvPr id="319" name="F1_0318_patch_297">
              <a:extLst>
                <a:ext uri="{FF2B5EF4-FFF2-40B4-BE49-F238E27FC236}">
                  <a16:creationId id="{C6D12CB3-9DFE-4B03-B0A5-EDD6CBB49606}"/>
                </a:ext>
              </a:extLst>
            </p:cNvPr>
            <p:cNvSpPr>
              <a:spLocks/>
            </p:cNvSpPr>
            <p:nvPr/>
          </p:nvSpPr>
          <p:spPr>
            <a:xfrm>
              <a:off x="7048108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CF6F4"/>
            </a:solidFill>
            <a:ln w="12700" cap="flat">
              <a:noFill/>
              <a:round/>
            </a:ln>
          </p:spPr>
        </p:sp>
        <p:sp>
          <p:nvSpPr>
            <p:cNvPr id="320" name="F1_0319_patch_298">
              <a:extLst>
                <a:ext uri="{FF2B5EF4-FFF2-40B4-BE49-F238E27FC236}">
                  <a16:creationId id="{D38FC4F4-1A34-4A08-AF08-833DBB75D718}"/>
                </a:ext>
              </a:extLst>
            </p:cNvPr>
            <p:cNvSpPr>
              <a:spLocks/>
            </p:cNvSpPr>
            <p:nvPr/>
          </p:nvSpPr>
          <p:spPr>
            <a:xfrm>
              <a:off x="7087906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DFAF9"/>
            </a:solidFill>
            <a:ln w="12700" cap="flat">
              <a:noFill/>
              <a:round/>
            </a:ln>
          </p:spPr>
        </p:sp>
        <p:sp>
          <p:nvSpPr>
            <p:cNvPr id="321" name="F1_0320_patch_299">
              <a:extLst>
                <a:ext uri="{FF2B5EF4-FFF2-40B4-BE49-F238E27FC236}">
                  <a16:creationId id="{993826B4-CD8A-4497-A30F-AA320698C922}"/>
                </a:ext>
              </a:extLst>
            </p:cNvPr>
            <p:cNvSpPr>
              <a:spLocks/>
            </p:cNvSpPr>
            <p:nvPr/>
          </p:nvSpPr>
          <p:spPr>
            <a:xfrm>
              <a:off x="7127704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</p:spPr>
        </p:sp>
        <p:sp>
          <p:nvSpPr>
            <p:cNvPr id="322" name="F1_0321_patch_300">
              <a:extLst>
                <a:ext uri="{FF2B5EF4-FFF2-40B4-BE49-F238E27FC236}">
                  <a16:creationId id="{F9193E2B-11D8-43D0-A7FF-30F928DF0138}"/>
                </a:ext>
              </a:extLst>
            </p:cNvPr>
            <p:cNvSpPr>
              <a:spLocks/>
            </p:cNvSpPr>
            <p:nvPr/>
          </p:nvSpPr>
          <p:spPr>
            <a:xfrm>
              <a:off x="7167503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0EEEA"/>
            </a:solidFill>
            <a:ln w="12700" cap="flat">
              <a:noFill/>
              <a:round/>
            </a:ln>
          </p:spPr>
        </p:sp>
        <p:sp>
          <p:nvSpPr>
            <p:cNvPr id="323" name="F1_0322_patch_301">
              <a:extLst>
                <a:ext uri="{FF2B5EF4-FFF2-40B4-BE49-F238E27FC236}">
                  <a16:creationId id="{1E0A138B-5F45-4E13-B4DC-4CBE5A40CA98}"/>
                </a:ext>
              </a:extLst>
            </p:cNvPr>
            <p:cNvSpPr>
              <a:spLocks/>
            </p:cNvSpPr>
            <p:nvPr/>
          </p:nvSpPr>
          <p:spPr>
            <a:xfrm>
              <a:off x="7207301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5E2DD"/>
            </a:solidFill>
            <a:ln w="12700" cap="flat">
              <a:noFill/>
              <a:round/>
            </a:ln>
          </p:spPr>
        </p:sp>
        <p:sp>
          <p:nvSpPr>
            <p:cNvPr id="324" name="F1_0323_patch_302">
              <a:extLst>
                <a:ext uri="{FF2B5EF4-FFF2-40B4-BE49-F238E27FC236}">
                  <a16:creationId id="{3CC5447F-1FCC-4284-AC24-7A4412E23B4A}"/>
                </a:ext>
              </a:extLst>
            </p:cNvPr>
            <p:cNvSpPr>
              <a:spLocks/>
            </p:cNvSpPr>
            <p:nvPr/>
          </p:nvSpPr>
          <p:spPr>
            <a:xfrm>
              <a:off x="7247099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FFF"/>
            </a:solidFill>
            <a:ln w="12700" cap="flat">
              <a:noFill/>
              <a:round/>
            </a:ln>
          </p:spPr>
        </p:sp>
        <p:sp>
          <p:nvSpPr>
            <p:cNvPr id="325" name="F1_0324_patch_303">
              <a:extLst>
                <a:ext uri="{FF2B5EF4-FFF2-40B4-BE49-F238E27FC236}">
                  <a16:creationId id="{9083D7C7-3A5E-4D84-BA16-8150CA1B6DF6}"/>
                </a:ext>
              </a:extLst>
            </p:cNvPr>
            <p:cNvSpPr>
              <a:spLocks/>
            </p:cNvSpPr>
            <p:nvPr/>
          </p:nvSpPr>
          <p:spPr>
            <a:xfrm>
              <a:off x="7286897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DF8F6"/>
            </a:solidFill>
            <a:ln w="12700" cap="flat">
              <a:noFill/>
              <a:round/>
            </a:ln>
          </p:spPr>
        </p:sp>
        <p:sp>
          <p:nvSpPr>
            <p:cNvPr id="326" name="F1_0325_patch_304">
              <a:extLst>
                <a:ext uri="{FF2B5EF4-FFF2-40B4-BE49-F238E27FC236}">
                  <a16:creationId id="{610E3AC0-1BEE-447A-A665-1C042E1EB615}"/>
                </a:ext>
              </a:extLst>
            </p:cNvPr>
            <p:cNvSpPr>
              <a:spLocks/>
            </p:cNvSpPr>
            <p:nvPr/>
          </p:nvSpPr>
          <p:spPr>
            <a:xfrm>
              <a:off x="7326695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ABFB5"/>
            </a:solidFill>
            <a:ln w="12700" cap="flat">
              <a:noFill/>
              <a:round/>
            </a:ln>
          </p:spPr>
        </p:sp>
        <p:sp>
          <p:nvSpPr>
            <p:cNvPr id="327" name="F1_0326_patch_305">
              <a:extLst>
                <a:ext uri="{FF2B5EF4-FFF2-40B4-BE49-F238E27FC236}">
                  <a16:creationId id="{7CA95EC9-73E8-4D7F-ADB0-A6E1AA808DAA}"/>
                </a:ext>
              </a:extLst>
            </p:cNvPr>
            <p:cNvSpPr>
              <a:spLocks/>
            </p:cNvSpPr>
            <p:nvPr/>
          </p:nvSpPr>
          <p:spPr>
            <a:xfrm>
              <a:off x="7366493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6FAF9"/>
            </a:solidFill>
            <a:ln w="12700" cap="flat">
              <a:noFill/>
              <a:round/>
            </a:ln>
          </p:spPr>
        </p:sp>
        <p:sp>
          <p:nvSpPr>
            <p:cNvPr id="328" name="F1_0327_patch_306">
              <a:extLst>
                <a:ext uri="{FF2B5EF4-FFF2-40B4-BE49-F238E27FC236}">
                  <a16:creationId id="{1FC2B89E-64A5-4D5C-87EE-EB4672A47D57}"/>
                </a:ext>
              </a:extLst>
            </p:cNvPr>
            <p:cNvSpPr>
              <a:spLocks/>
            </p:cNvSpPr>
            <p:nvPr/>
          </p:nvSpPr>
          <p:spPr>
            <a:xfrm>
              <a:off x="7406292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</p:spPr>
        </p:sp>
        <p:sp>
          <p:nvSpPr>
            <p:cNvPr id="329" name="F1_0328_patch_307">
              <a:extLst>
                <a:ext uri="{FF2B5EF4-FFF2-40B4-BE49-F238E27FC236}">
                  <a16:creationId id="{7A18DEF0-7119-4C6C-8234-3E50F39CBC53}"/>
                </a:ext>
              </a:extLst>
            </p:cNvPr>
            <p:cNvSpPr>
              <a:spLocks/>
            </p:cNvSpPr>
            <p:nvPr/>
          </p:nvSpPr>
          <p:spPr>
            <a:xfrm>
              <a:off x="7446090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</p:spPr>
        </p:sp>
        <p:sp>
          <p:nvSpPr>
            <p:cNvPr id="330" name="F1_0329_patch_308">
              <a:extLst>
                <a:ext uri="{FF2B5EF4-FFF2-40B4-BE49-F238E27FC236}">
                  <a16:creationId id="{0A2282B0-68D5-4204-A5A1-3AA3D4A4C332}"/>
                </a:ext>
              </a:extLst>
            </p:cNvPr>
            <p:cNvSpPr>
              <a:spLocks/>
            </p:cNvSpPr>
            <p:nvPr/>
          </p:nvSpPr>
          <p:spPr>
            <a:xfrm>
              <a:off x="7485888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4F9C87"/>
            </a:solidFill>
            <a:ln w="12700" cap="flat">
              <a:noFill/>
              <a:round/>
            </a:ln>
          </p:spPr>
        </p:sp>
        <p:sp>
          <p:nvSpPr>
            <p:cNvPr id="331" name="F1_0330_patch_309">
              <a:extLst>
                <a:ext uri="{FF2B5EF4-FFF2-40B4-BE49-F238E27FC236}">
                  <a16:creationId id="{6771E607-5164-403D-BF15-7AF56D41B766}"/>
                </a:ext>
              </a:extLst>
            </p:cNvPr>
            <p:cNvSpPr>
              <a:spLocks/>
            </p:cNvSpPr>
            <p:nvPr/>
          </p:nvSpPr>
          <p:spPr>
            <a:xfrm>
              <a:off x="7525686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CDE3DD"/>
            </a:solidFill>
            <a:ln w="12700" cap="flat">
              <a:noFill/>
              <a:round/>
            </a:ln>
          </p:spPr>
        </p:sp>
        <p:sp>
          <p:nvSpPr>
            <p:cNvPr id="332" name="F1_0331_patch_310">
              <a:extLst>
                <a:ext uri="{FF2B5EF4-FFF2-40B4-BE49-F238E27FC236}">
                  <a16:creationId id="{5D157243-4F7C-4AAA-9FE9-08720C499661}"/>
                </a:ext>
              </a:extLst>
            </p:cNvPr>
            <p:cNvSpPr>
              <a:spLocks/>
            </p:cNvSpPr>
            <p:nvPr/>
          </p:nvSpPr>
          <p:spPr>
            <a:xfrm>
              <a:off x="7565484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A2CBBF"/>
            </a:solidFill>
            <a:ln w="12700" cap="flat">
              <a:noFill/>
              <a:round/>
            </a:ln>
          </p:spPr>
        </p:sp>
        <p:sp>
          <p:nvSpPr>
            <p:cNvPr id="333" name="F1_0332_patch_311">
              <a:extLst>
                <a:ext uri="{FF2B5EF4-FFF2-40B4-BE49-F238E27FC236}">
                  <a16:creationId id="{24BDE208-5AF1-4958-92C6-712064FF62A8}"/>
                </a:ext>
              </a:extLst>
            </p:cNvPr>
            <p:cNvSpPr>
              <a:spLocks/>
            </p:cNvSpPr>
            <p:nvPr/>
          </p:nvSpPr>
          <p:spPr>
            <a:xfrm>
              <a:off x="7605283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4F9C87"/>
            </a:solidFill>
            <a:ln w="12700" cap="flat">
              <a:noFill/>
              <a:round/>
            </a:ln>
          </p:spPr>
        </p:sp>
        <p:sp>
          <p:nvSpPr>
            <p:cNvPr id="334" name="F1_0333_patch_312">
              <a:extLst>
                <a:ext uri="{FF2B5EF4-FFF2-40B4-BE49-F238E27FC236}">
                  <a16:creationId id="{9F0FA432-757D-4E0C-9C51-2C6D50E21144}"/>
                </a:ext>
              </a:extLst>
            </p:cNvPr>
            <p:cNvSpPr>
              <a:spLocks/>
            </p:cNvSpPr>
            <p:nvPr/>
          </p:nvSpPr>
          <p:spPr>
            <a:xfrm>
              <a:off x="7645081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4F9C87"/>
            </a:solidFill>
            <a:ln w="12700" cap="flat">
              <a:noFill/>
              <a:round/>
            </a:ln>
          </p:spPr>
        </p:sp>
        <p:sp>
          <p:nvSpPr>
            <p:cNvPr id="335" name="F1_0334_patch_313">
              <a:extLst>
                <a:ext uri="{FF2B5EF4-FFF2-40B4-BE49-F238E27FC236}">
                  <a16:creationId id="{F89519A4-5A1F-48C0-9B12-456CC8D9F692}"/>
                </a:ext>
              </a:extLst>
            </p:cNvPr>
            <p:cNvSpPr>
              <a:spLocks/>
            </p:cNvSpPr>
            <p:nvPr/>
          </p:nvSpPr>
          <p:spPr>
            <a:xfrm>
              <a:off x="7684879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A9CEC4"/>
            </a:solidFill>
            <a:ln w="12700" cap="flat">
              <a:noFill/>
              <a:round/>
            </a:ln>
          </p:spPr>
        </p:sp>
        <p:sp>
          <p:nvSpPr>
            <p:cNvPr id="336" name="F1_0335_patch_314">
              <a:extLst>
                <a:ext uri="{FF2B5EF4-FFF2-40B4-BE49-F238E27FC236}">
                  <a16:creationId id="{187EAAA7-7B6A-490F-81FA-66A07098BB33}"/>
                </a:ext>
              </a:extLst>
            </p:cNvPr>
            <p:cNvSpPr>
              <a:spLocks/>
            </p:cNvSpPr>
            <p:nvPr/>
          </p:nvSpPr>
          <p:spPr>
            <a:xfrm>
              <a:off x="7724677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3EFEC"/>
            </a:solidFill>
            <a:ln w="12700" cap="flat">
              <a:noFill/>
              <a:round/>
            </a:ln>
          </p:spPr>
        </p:sp>
        <p:sp>
          <p:nvSpPr>
            <p:cNvPr id="337" name="F1_0336_patch_315">
              <a:extLst>
                <a:ext uri="{FF2B5EF4-FFF2-40B4-BE49-F238E27FC236}">
                  <a16:creationId id="{B55C7C8D-2EA8-424C-90D0-6966C14F0441}"/>
                </a:ext>
              </a:extLst>
            </p:cNvPr>
            <p:cNvSpPr>
              <a:spLocks/>
            </p:cNvSpPr>
            <p:nvPr/>
          </p:nvSpPr>
          <p:spPr>
            <a:xfrm>
              <a:off x="7764475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4F9C87"/>
            </a:solidFill>
            <a:ln w="12700" cap="flat">
              <a:noFill/>
              <a:round/>
            </a:ln>
          </p:spPr>
        </p:sp>
        <p:sp>
          <p:nvSpPr>
            <p:cNvPr id="338" name="F1_0337_patch_316">
              <a:extLst>
                <a:ext uri="{FF2B5EF4-FFF2-40B4-BE49-F238E27FC236}">
                  <a16:creationId id="{ACCFEABF-51A4-495F-84B2-2F7FFB8AB678}"/>
                </a:ext>
              </a:extLst>
            </p:cNvPr>
            <p:cNvSpPr>
              <a:spLocks/>
            </p:cNvSpPr>
            <p:nvPr/>
          </p:nvSpPr>
          <p:spPr>
            <a:xfrm>
              <a:off x="7804273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4F9C87"/>
            </a:solidFill>
            <a:ln w="12700" cap="flat">
              <a:noFill/>
              <a:round/>
            </a:ln>
          </p:spPr>
        </p:sp>
        <p:sp>
          <p:nvSpPr>
            <p:cNvPr id="339" name="F1_0338_patch_317">
              <a:extLst>
                <a:ext uri="{FF2B5EF4-FFF2-40B4-BE49-F238E27FC236}">
                  <a16:creationId id="{8FCFA47F-F3E9-4758-94D0-7034C7CB542B}"/>
                </a:ext>
              </a:extLst>
            </p:cNvPr>
            <p:cNvSpPr>
              <a:spLocks/>
            </p:cNvSpPr>
            <p:nvPr/>
          </p:nvSpPr>
          <p:spPr>
            <a:xfrm>
              <a:off x="7844072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1B8A9"/>
            </a:solidFill>
            <a:ln w="12700" cap="flat">
              <a:noFill/>
              <a:round/>
            </a:ln>
          </p:spPr>
        </p:sp>
        <p:sp>
          <p:nvSpPr>
            <p:cNvPr id="340" name="F1_0339_patch_318">
              <a:extLst>
                <a:ext uri="{FF2B5EF4-FFF2-40B4-BE49-F238E27FC236}">
                  <a16:creationId id="{F25B02BC-C4EB-465B-95C1-FF9DA7B67FF4}"/>
                </a:ext>
              </a:extLst>
            </p:cNvPr>
            <p:cNvSpPr>
              <a:spLocks/>
            </p:cNvSpPr>
            <p:nvPr/>
          </p:nvSpPr>
          <p:spPr>
            <a:xfrm>
              <a:off x="7883870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AED2C8"/>
            </a:solidFill>
            <a:ln w="12700" cap="flat">
              <a:noFill/>
              <a:round/>
            </a:ln>
          </p:spPr>
        </p:sp>
        <p:sp>
          <p:nvSpPr>
            <p:cNvPr id="341" name="F1_0340_patch_319">
              <a:extLst>
                <a:ext uri="{FF2B5EF4-FFF2-40B4-BE49-F238E27FC236}">
                  <a16:creationId id="{6B683659-40DC-48F6-99C2-845F55CDA2D1}"/>
                </a:ext>
              </a:extLst>
            </p:cNvPr>
            <p:cNvSpPr>
              <a:spLocks/>
            </p:cNvSpPr>
            <p:nvPr/>
          </p:nvSpPr>
          <p:spPr>
            <a:xfrm>
              <a:off x="7923668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BFDBD3"/>
            </a:solidFill>
            <a:ln w="12700" cap="flat">
              <a:noFill/>
              <a:round/>
            </a:ln>
          </p:spPr>
        </p:sp>
        <p:sp>
          <p:nvSpPr>
            <p:cNvPr id="342" name="F1_0341_patch_320">
              <a:extLst>
                <a:ext uri="{FF2B5EF4-FFF2-40B4-BE49-F238E27FC236}">
                  <a16:creationId id="{F2F66C83-00DA-4F07-AAE6-704A684A3D92}"/>
                </a:ext>
              </a:extLst>
            </p:cNvPr>
            <p:cNvSpPr>
              <a:spLocks/>
            </p:cNvSpPr>
            <p:nvPr/>
          </p:nvSpPr>
          <p:spPr>
            <a:xfrm>
              <a:off x="7963466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9FC9BE"/>
            </a:solidFill>
            <a:ln w="12700" cap="flat">
              <a:noFill/>
              <a:round/>
            </a:ln>
          </p:spPr>
        </p:sp>
        <p:sp>
          <p:nvSpPr>
            <p:cNvPr id="343" name="F1_0342_patch_321">
              <a:extLst>
                <a:ext uri="{FF2B5EF4-FFF2-40B4-BE49-F238E27FC236}">
                  <a16:creationId id="{BDF7D80C-B552-420D-A67B-FF00403EFAB4}"/>
                </a:ext>
              </a:extLst>
            </p:cNvPr>
            <p:cNvSpPr>
              <a:spLocks/>
            </p:cNvSpPr>
            <p:nvPr/>
          </p:nvSpPr>
          <p:spPr>
            <a:xfrm>
              <a:off x="8003264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8E9E4"/>
            </a:solidFill>
            <a:ln w="12700" cap="flat">
              <a:noFill/>
              <a:round/>
            </a:ln>
          </p:spPr>
        </p:sp>
        <p:sp>
          <p:nvSpPr>
            <p:cNvPr id="344" name="F1_0343_patch_322">
              <a:extLst>
                <a:ext uri="{FF2B5EF4-FFF2-40B4-BE49-F238E27FC236}">
                  <a16:creationId id="{32521686-2410-4A2E-8701-C9656AE58EA2}"/>
                </a:ext>
              </a:extLst>
            </p:cNvPr>
            <p:cNvSpPr>
              <a:spLocks/>
            </p:cNvSpPr>
            <p:nvPr/>
          </p:nvSpPr>
          <p:spPr>
            <a:xfrm>
              <a:off x="8043062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4F9C87"/>
            </a:solidFill>
            <a:ln w="12700" cap="flat">
              <a:noFill/>
              <a:round/>
            </a:ln>
          </p:spPr>
        </p:sp>
        <p:sp>
          <p:nvSpPr>
            <p:cNvPr id="345" name="F1_0344_patch_323">
              <a:extLst>
                <a:ext uri="{FF2B5EF4-FFF2-40B4-BE49-F238E27FC236}">
                  <a16:creationId id="{36096347-F443-4CC4-8A67-BEF5C2AEBBF2}"/>
                </a:ext>
              </a:extLst>
            </p:cNvPr>
            <p:cNvSpPr>
              <a:spLocks/>
            </p:cNvSpPr>
            <p:nvPr/>
          </p:nvSpPr>
          <p:spPr>
            <a:xfrm>
              <a:off x="8082861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A3CBC0"/>
            </a:solidFill>
            <a:ln w="12700" cap="flat">
              <a:noFill/>
              <a:round/>
            </a:ln>
          </p:spPr>
        </p:sp>
        <p:sp>
          <p:nvSpPr>
            <p:cNvPr id="346" name="F1_0345_patch_324">
              <a:extLst>
                <a:ext uri="{FF2B5EF4-FFF2-40B4-BE49-F238E27FC236}">
                  <a16:creationId id="{7B36A3AC-4895-49AF-92CA-D3BD7679ED7D}"/>
                </a:ext>
              </a:extLst>
            </p:cNvPr>
            <p:cNvSpPr>
              <a:spLocks/>
            </p:cNvSpPr>
            <p:nvPr/>
          </p:nvSpPr>
          <p:spPr>
            <a:xfrm>
              <a:off x="8122659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0EEEA"/>
            </a:solidFill>
            <a:ln w="12700" cap="flat">
              <a:noFill/>
              <a:round/>
            </a:ln>
          </p:spPr>
        </p:sp>
        <p:sp>
          <p:nvSpPr>
            <p:cNvPr id="347" name="F1_0346_patch_325">
              <a:extLst>
                <a:ext uri="{FF2B5EF4-FFF2-40B4-BE49-F238E27FC236}">
                  <a16:creationId id="{6C8EE373-5EDD-472C-AAEF-DAB71541B464}"/>
                </a:ext>
              </a:extLst>
            </p:cNvPr>
            <p:cNvSpPr>
              <a:spLocks/>
            </p:cNvSpPr>
            <p:nvPr/>
          </p:nvSpPr>
          <p:spPr>
            <a:xfrm>
              <a:off x="8162457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CF5F2"/>
            </a:solidFill>
            <a:ln w="12700" cap="flat">
              <a:noFill/>
              <a:round/>
            </a:ln>
          </p:spPr>
        </p:sp>
        <p:sp>
          <p:nvSpPr>
            <p:cNvPr id="348" name="F1_0347_patch_326">
              <a:extLst>
                <a:ext uri="{FF2B5EF4-FFF2-40B4-BE49-F238E27FC236}">
                  <a16:creationId id="{27701BE0-8F6C-4AF6-A83D-0821106A1D09}"/>
                </a:ext>
              </a:extLst>
            </p:cNvPr>
            <p:cNvSpPr>
              <a:spLocks/>
            </p:cNvSpPr>
            <p:nvPr/>
          </p:nvSpPr>
          <p:spPr>
            <a:xfrm>
              <a:off x="8202255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CF6F4"/>
            </a:solidFill>
            <a:ln w="12700" cap="flat">
              <a:noFill/>
              <a:round/>
            </a:ln>
          </p:spPr>
        </p:sp>
        <p:sp>
          <p:nvSpPr>
            <p:cNvPr id="349" name="F1_0348_patch_327">
              <a:extLst>
                <a:ext uri="{FF2B5EF4-FFF2-40B4-BE49-F238E27FC236}">
                  <a16:creationId id="{F6C393AA-399A-4D9C-AB9A-3A298B804F32}"/>
                </a:ext>
              </a:extLst>
            </p:cNvPr>
            <p:cNvSpPr>
              <a:spLocks/>
            </p:cNvSpPr>
            <p:nvPr/>
          </p:nvSpPr>
          <p:spPr>
            <a:xfrm>
              <a:off x="8242053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FF6F4"/>
            </a:solidFill>
            <a:ln w="12700" cap="flat">
              <a:noFill/>
              <a:round/>
            </a:ln>
          </p:spPr>
        </p:sp>
        <p:sp>
          <p:nvSpPr>
            <p:cNvPr id="350" name="F1_0349_patch_328">
              <a:extLst>
                <a:ext uri="{FF2B5EF4-FFF2-40B4-BE49-F238E27FC236}">
                  <a16:creationId id="{35238ED7-21E5-40B8-B754-ECA4FB399397}"/>
                </a:ext>
              </a:extLst>
            </p:cNvPr>
            <p:cNvSpPr>
              <a:spLocks/>
            </p:cNvSpPr>
            <p:nvPr/>
          </p:nvSpPr>
          <p:spPr>
            <a:xfrm>
              <a:off x="8281851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CBE2DC"/>
            </a:solidFill>
            <a:ln w="12700" cap="flat">
              <a:noFill/>
              <a:round/>
            </a:ln>
          </p:spPr>
        </p:sp>
        <p:sp>
          <p:nvSpPr>
            <p:cNvPr id="351" name="F1_0350_patch_329">
              <a:extLst>
                <a:ext uri="{FF2B5EF4-FFF2-40B4-BE49-F238E27FC236}">
                  <a16:creationId id="{098D344B-30B8-4C82-B0B5-67B88B492409}"/>
                </a:ext>
              </a:extLst>
            </p:cNvPr>
            <p:cNvSpPr>
              <a:spLocks/>
            </p:cNvSpPr>
            <p:nvPr/>
          </p:nvSpPr>
          <p:spPr>
            <a:xfrm>
              <a:off x="8321650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3F8F7"/>
            </a:solidFill>
            <a:ln w="12700" cap="flat">
              <a:noFill/>
              <a:round/>
            </a:ln>
          </p:spPr>
        </p:sp>
        <p:sp>
          <p:nvSpPr>
            <p:cNvPr id="352" name="F1_0351_patch_330">
              <a:extLst>
                <a:ext uri="{FF2B5EF4-FFF2-40B4-BE49-F238E27FC236}">
                  <a16:creationId id="{D6A3E316-C592-475E-9704-A3DC778DABF6}"/>
                </a:ext>
              </a:extLst>
            </p:cNvPr>
            <p:cNvSpPr>
              <a:spLocks/>
            </p:cNvSpPr>
            <p:nvPr/>
          </p:nvSpPr>
          <p:spPr>
            <a:xfrm>
              <a:off x="8361448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AF0ED"/>
            </a:solidFill>
            <a:ln w="12700" cap="flat">
              <a:noFill/>
              <a:round/>
            </a:ln>
          </p:spPr>
        </p:sp>
        <p:sp>
          <p:nvSpPr>
            <p:cNvPr id="353" name="F1_0352_patch_331">
              <a:extLst>
                <a:ext uri="{FF2B5EF4-FFF2-40B4-BE49-F238E27FC236}">
                  <a16:creationId id="{87B7A563-8A51-4647-9B51-6464110F55B2}"/>
                </a:ext>
              </a:extLst>
            </p:cNvPr>
            <p:cNvSpPr>
              <a:spLocks/>
            </p:cNvSpPr>
            <p:nvPr/>
          </p:nvSpPr>
          <p:spPr>
            <a:xfrm>
              <a:off x="8401246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1E5DF"/>
            </a:solidFill>
            <a:ln w="12700" cap="flat">
              <a:noFill/>
              <a:round/>
            </a:ln>
          </p:spPr>
        </p:sp>
        <p:sp>
          <p:nvSpPr>
            <p:cNvPr id="354" name="F1_0353_patch_332">
              <a:extLst>
                <a:ext uri="{FF2B5EF4-FFF2-40B4-BE49-F238E27FC236}">
                  <a16:creationId id="{69135346-7C28-4C00-BA69-91CE3737587F}"/>
                </a:ext>
              </a:extLst>
            </p:cNvPr>
            <p:cNvSpPr>
              <a:spLocks/>
            </p:cNvSpPr>
            <p:nvPr/>
          </p:nvSpPr>
          <p:spPr>
            <a:xfrm>
              <a:off x="8441044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CF5F2"/>
            </a:solidFill>
            <a:ln w="12700" cap="flat">
              <a:noFill/>
              <a:round/>
            </a:ln>
          </p:spPr>
        </p:sp>
        <p:sp>
          <p:nvSpPr>
            <p:cNvPr id="355" name="F1_0354_patch_333">
              <a:extLst>
                <a:ext uri="{FF2B5EF4-FFF2-40B4-BE49-F238E27FC236}">
                  <a16:creationId id="{126ECA61-8379-4A22-9351-45B681A9401A}"/>
                </a:ext>
              </a:extLst>
            </p:cNvPr>
            <p:cNvSpPr>
              <a:spLocks/>
            </p:cNvSpPr>
            <p:nvPr/>
          </p:nvSpPr>
          <p:spPr>
            <a:xfrm>
              <a:off x="8480842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AED2C8"/>
            </a:solidFill>
            <a:ln w="12700" cap="flat">
              <a:noFill/>
              <a:round/>
            </a:ln>
          </p:spPr>
        </p:sp>
        <p:sp>
          <p:nvSpPr>
            <p:cNvPr id="356" name="F1_0355_patch_334">
              <a:extLst>
                <a:ext uri="{FF2B5EF4-FFF2-40B4-BE49-F238E27FC236}">
                  <a16:creationId id="{BA24B6B6-FA54-42DF-A805-42A01587AAF2}"/>
                </a:ext>
              </a:extLst>
            </p:cNvPr>
            <p:cNvSpPr>
              <a:spLocks/>
            </p:cNvSpPr>
            <p:nvPr/>
          </p:nvSpPr>
          <p:spPr>
            <a:xfrm>
              <a:off x="8520640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BFDBD3"/>
            </a:solidFill>
            <a:ln w="12700" cap="flat">
              <a:noFill/>
              <a:round/>
            </a:ln>
          </p:spPr>
        </p:sp>
        <p:sp>
          <p:nvSpPr>
            <p:cNvPr id="357" name="F1_0356_patch_335">
              <a:extLst>
                <a:ext uri="{FF2B5EF4-FFF2-40B4-BE49-F238E27FC236}">
                  <a16:creationId id="{877EA0B7-0EAC-42AA-B2DB-492CE2AE07E8}"/>
                </a:ext>
              </a:extLst>
            </p:cNvPr>
            <p:cNvSpPr>
              <a:spLocks/>
            </p:cNvSpPr>
            <p:nvPr/>
          </p:nvSpPr>
          <p:spPr>
            <a:xfrm>
              <a:off x="8560439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4F9C87"/>
            </a:solidFill>
            <a:ln w="12700" cap="flat">
              <a:noFill/>
              <a:round/>
            </a:ln>
          </p:spPr>
        </p:sp>
        <p:sp>
          <p:nvSpPr>
            <p:cNvPr id="358" name="F1_0357_patch_336">
              <a:extLst>
                <a:ext uri="{FF2B5EF4-FFF2-40B4-BE49-F238E27FC236}">
                  <a16:creationId id="{BCEA2726-C5FC-4666-9D73-77E0AA219F68}"/>
                </a:ext>
              </a:extLst>
            </p:cNvPr>
            <p:cNvSpPr>
              <a:spLocks/>
            </p:cNvSpPr>
            <p:nvPr/>
          </p:nvSpPr>
          <p:spPr>
            <a:xfrm>
              <a:off x="8600237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BBD9D0"/>
            </a:solidFill>
            <a:ln w="12700" cap="flat">
              <a:noFill/>
              <a:round/>
            </a:ln>
          </p:spPr>
        </p:sp>
        <p:sp>
          <p:nvSpPr>
            <p:cNvPr id="359" name="F1_0358_patch_337">
              <a:extLst>
                <a:ext uri="{FF2B5EF4-FFF2-40B4-BE49-F238E27FC236}">
                  <a16:creationId id="{973A7D20-50E6-44DC-BC3D-97545E0C6FBF}"/>
                </a:ext>
              </a:extLst>
            </p:cNvPr>
            <p:cNvSpPr>
              <a:spLocks/>
            </p:cNvSpPr>
            <p:nvPr/>
          </p:nvSpPr>
          <p:spPr>
            <a:xfrm>
              <a:off x="8640035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56A08C"/>
            </a:solidFill>
            <a:ln w="12700" cap="flat">
              <a:noFill/>
              <a:round/>
            </a:ln>
          </p:spPr>
        </p:sp>
        <p:sp>
          <p:nvSpPr>
            <p:cNvPr id="360" name="F1_0359_patch_338">
              <a:extLst>
                <a:ext uri="{FF2B5EF4-FFF2-40B4-BE49-F238E27FC236}">
                  <a16:creationId id="{C79C56B5-1B4A-40CD-A00F-24303A55521B}"/>
                </a:ext>
              </a:extLst>
            </p:cNvPr>
            <p:cNvSpPr>
              <a:spLocks/>
            </p:cNvSpPr>
            <p:nvPr/>
          </p:nvSpPr>
          <p:spPr>
            <a:xfrm>
              <a:off x="8679833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4F9C87"/>
            </a:solidFill>
            <a:ln w="12700" cap="flat">
              <a:noFill/>
              <a:round/>
            </a:ln>
          </p:spPr>
        </p:sp>
        <p:sp>
          <p:nvSpPr>
            <p:cNvPr id="361" name="F1_0360_patch_339">
              <a:extLst>
                <a:ext uri="{FF2B5EF4-FFF2-40B4-BE49-F238E27FC236}">
                  <a16:creationId id="{08EB88B7-C6B8-4E37-B261-4759DA5C9C8D}"/>
                </a:ext>
              </a:extLst>
            </p:cNvPr>
            <p:cNvSpPr>
              <a:spLocks/>
            </p:cNvSpPr>
            <p:nvPr/>
          </p:nvSpPr>
          <p:spPr>
            <a:xfrm>
              <a:off x="8719631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B4D5CC"/>
            </a:solidFill>
            <a:ln w="12700" cap="flat">
              <a:noFill/>
              <a:round/>
            </a:ln>
          </p:spPr>
        </p:sp>
        <p:sp>
          <p:nvSpPr>
            <p:cNvPr id="362" name="F1_0361_patch_340">
              <a:extLst>
                <a:ext uri="{FF2B5EF4-FFF2-40B4-BE49-F238E27FC236}">
                  <a16:creationId id="{410342BC-60B5-4432-8B0D-5E75779BC4F7}"/>
                </a:ext>
              </a:extLst>
            </p:cNvPr>
            <p:cNvSpPr>
              <a:spLocks/>
            </p:cNvSpPr>
            <p:nvPr/>
          </p:nvSpPr>
          <p:spPr>
            <a:xfrm>
              <a:off x="8759429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A5CCC1"/>
            </a:solidFill>
            <a:ln w="12700" cap="flat">
              <a:noFill/>
              <a:round/>
            </a:ln>
          </p:spPr>
        </p:sp>
        <p:sp>
          <p:nvSpPr>
            <p:cNvPr id="363" name="F1_0362_patch_341">
              <a:extLst>
                <a:ext uri="{FF2B5EF4-FFF2-40B4-BE49-F238E27FC236}">
                  <a16:creationId id="{E8778008-F226-4B26-8BE8-33F4878EFE40}"/>
                </a:ext>
              </a:extLst>
            </p:cNvPr>
            <p:cNvSpPr>
              <a:spLocks/>
            </p:cNvSpPr>
            <p:nvPr/>
          </p:nvSpPr>
          <p:spPr>
            <a:xfrm>
              <a:off x="8799228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8F2EF"/>
            </a:solidFill>
            <a:ln w="12700" cap="flat">
              <a:noFill/>
              <a:round/>
            </a:ln>
          </p:spPr>
        </p:sp>
        <p:sp>
          <p:nvSpPr>
            <p:cNvPr id="364" name="F1_0363_patch_342">
              <a:extLst>
                <a:ext uri="{FF2B5EF4-FFF2-40B4-BE49-F238E27FC236}">
                  <a16:creationId id="{81A0ABCD-3667-43A6-8F8D-485FDDD09616}"/>
                </a:ext>
              </a:extLst>
            </p:cNvPr>
            <p:cNvSpPr>
              <a:spLocks/>
            </p:cNvSpPr>
            <p:nvPr/>
          </p:nvSpPr>
          <p:spPr>
            <a:xfrm>
              <a:off x="8839026" y="8823960"/>
              <a:ext cx="39981" cy="82296"/>
            </a:xfrm>
            <a:custGeom>
              <a:avLst/>
              <a:gdLst/>
              <a:ahLst/>
              <a:cxnLst/>
              <a:rect l="0" t="0" r="39981" b="82296"/>
              <a:pathLst>
                <a:path w="39981" h="82296" stroke="0">
                  <a:moveTo>
                    <a:pt x="0" y="0"/>
                  </a:moveTo>
                  <a:lnTo>
                    <a:pt x="39981" y="0"/>
                  </a:lnTo>
                  <a:lnTo>
                    <a:pt x="39981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CAE1DB"/>
            </a:solidFill>
            <a:ln w="12700" cap="flat">
              <a:noFill/>
              <a:round/>
            </a:ln>
          </p:spPr>
        </p:sp>
        <p:sp>
          <p:nvSpPr>
            <p:cNvPr id="365" name="F1_0364_patch_343">
              <a:extLst>
                <a:ext uri="{FF2B5EF4-FFF2-40B4-BE49-F238E27FC236}">
                  <a16:creationId id="{A752F9AF-62AB-44EC-9D51-594CC334126F}"/>
                </a:ext>
              </a:extLst>
            </p:cNvPr>
            <p:cNvSpPr>
              <a:spLocks/>
            </p:cNvSpPr>
            <p:nvPr/>
          </p:nvSpPr>
          <p:spPr>
            <a:xfrm>
              <a:off x="592074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5816C"/>
            </a:solidFill>
            <a:ln w="12700" cap="flat">
              <a:noFill/>
              <a:round/>
            </a:ln>
          </p:spPr>
        </p:sp>
        <p:sp>
          <p:nvSpPr>
            <p:cNvPr id="366" name="F1_0365_patch_344">
              <a:extLst>
                <a:ext uri="{FF2B5EF4-FFF2-40B4-BE49-F238E27FC236}">
                  <a16:creationId id="{FE9EE0F0-9957-450F-8B9E-54671515639A}"/>
                </a:ext>
              </a:extLst>
            </p:cNvPr>
            <p:cNvSpPr>
              <a:spLocks/>
            </p:cNvSpPr>
            <p:nvPr/>
          </p:nvSpPr>
          <p:spPr>
            <a:xfrm>
              <a:off x="5929491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5826D"/>
            </a:solidFill>
            <a:ln w="12700" cap="flat">
              <a:noFill/>
              <a:round/>
            </a:ln>
          </p:spPr>
        </p:sp>
        <p:sp>
          <p:nvSpPr>
            <p:cNvPr id="367" name="F1_0366_patch_345">
              <a:extLst>
                <a:ext uri="{FF2B5EF4-FFF2-40B4-BE49-F238E27FC236}">
                  <a16:creationId id="{EB65CE4F-E73A-4E8F-9DAF-495BEE8EFFD8}"/>
                </a:ext>
              </a:extLst>
            </p:cNvPr>
            <p:cNvSpPr>
              <a:spLocks/>
            </p:cNvSpPr>
            <p:nvPr/>
          </p:nvSpPr>
          <p:spPr>
            <a:xfrm>
              <a:off x="593824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6836E"/>
            </a:solidFill>
            <a:ln w="12700" cap="flat">
              <a:noFill/>
              <a:round/>
            </a:ln>
          </p:spPr>
        </p:sp>
        <p:sp>
          <p:nvSpPr>
            <p:cNvPr id="368" name="F1_0367_patch_346">
              <a:extLst>
                <a:ext uri="{FF2B5EF4-FFF2-40B4-BE49-F238E27FC236}">
                  <a16:creationId id="{94C4ABBA-8ACC-4711-8065-C5D328632DE0}"/>
                </a:ext>
              </a:extLst>
            </p:cNvPr>
            <p:cNvSpPr>
              <a:spLocks/>
            </p:cNvSpPr>
            <p:nvPr/>
          </p:nvSpPr>
          <p:spPr>
            <a:xfrm>
              <a:off x="594699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6846F"/>
            </a:solidFill>
            <a:ln w="12700" cap="flat">
              <a:noFill/>
              <a:round/>
            </a:ln>
          </p:spPr>
        </p:sp>
        <p:sp>
          <p:nvSpPr>
            <p:cNvPr id="369" name="F1_0368_patch_347">
              <a:extLst>
                <a:ext uri="{FF2B5EF4-FFF2-40B4-BE49-F238E27FC236}">
                  <a16:creationId id="{B9FDBD20-F741-4007-92DC-F50FBCC66E03}"/>
                </a:ext>
              </a:extLst>
            </p:cNvPr>
            <p:cNvSpPr>
              <a:spLocks/>
            </p:cNvSpPr>
            <p:nvPr/>
          </p:nvSpPr>
          <p:spPr>
            <a:xfrm>
              <a:off x="5955744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68571"/>
            </a:solidFill>
            <a:ln w="12700" cap="flat">
              <a:noFill/>
              <a:round/>
            </a:ln>
          </p:spPr>
        </p:sp>
        <p:sp>
          <p:nvSpPr>
            <p:cNvPr id="370" name="F1_0369_patch_348">
              <a:extLst>
                <a:ext uri="{FF2B5EF4-FFF2-40B4-BE49-F238E27FC236}">
                  <a16:creationId id="{475C0376-7171-48B0-9A55-5BEBE31C2B32}"/>
                </a:ext>
              </a:extLst>
            </p:cNvPr>
            <p:cNvSpPr>
              <a:spLocks/>
            </p:cNvSpPr>
            <p:nvPr/>
          </p:nvSpPr>
          <p:spPr>
            <a:xfrm>
              <a:off x="596449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78672"/>
            </a:solidFill>
            <a:ln w="12700" cap="flat">
              <a:noFill/>
              <a:round/>
            </a:ln>
          </p:spPr>
        </p:sp>
        <p:sp>
          <p:nvSpPr>
            <p:cNvPr id="371" name="F1_0370_patch_349">
              <a:extLst>
                <a:ext uri="{FF2B5EF4-FFF2-40B4-BE49-F238E27FC236}">
                  <a16:creationId id="{363177A1-5FAA-47E5-BB6B-A5B657907C0E}"/>
                </a:ext>
              </a:extLst>
            </p:cNvPr>
            <p:cNvSpPr>
              <a:spLocks/>
            </p:cNvSpPr>
            <p:nvPr/>
          </p:nvSpPr>
          <p:spPr>
            <a:xfrm>
              <a:off x="597324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78773"/>
            </a:solidFill>
            <a:ln w="12700" cap="flat">
              <a:noFill/>
              <a:round/>
            </a:ln>
          </p:spPr>
        </p:sp>
        <p:sp>
          <p:nvSpPr>
            <p:cNvPr id="372" name="F1_0371_patch_350">
              <a:extLst>
                <a:ext uri="{FF2B5EF4-FFF2-40B4-BE49-F238E27FC236}">
                  <a16:creationId id="{D91247CD-211A-40C5-9899-8FD8C07FF3AB}"/>
                </a:ext>
              </a:extLst>
            </p:cNvPr>
            <p:cNvSpPr>
              <a:spLocks/>
            </p:cNvSpPr>
            <p:nvPr/>
          </p:nvSpPr>
          <p:spPr>
            <a:xfrm>
              <a:off x="598199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78874"/>
            </a:solidFill>
            <a:ln w="12700" cap="flat">
              <a:noFill/>
              <a:round/>
            </a:ln>
          </p:spPr>
        </p:sp>
        <p:sp>
          <p:nvSpPr>
            <p:cNvPr id="373" name="F1_0372_patch_351">
              <a:extLst>
                <a:ext uri="{FF2B5EF4-FFF2-40B4-BE49-F238E27FC236}">
                  <a16:creationId id="{BF907C3D-3D8E-4905-9616-DE90095293C3}"/>
                </a:ext>
              </a:extLst>
            </p:cNvPr>
            <p:cNvSpPr>
              <a:spLocks/>
            </p:cNvSpPr>
            <p:nvPr/>
          </p:nvSpPr>
          <p:spPr>
            <a:xfrm>
              <a:off x="5990749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88975"/>
            </a:solidFill>
            <a:ln w="12700" cap="flat">
              <a:noFill/>
              <a:round/>
            </a:ln>
          </p:spPr>
        </p:sp>
        <p:sp>
          <p:nvSpPr>
            <p:cNvPr id="374" name="F1_0373_patch_352">
              <a:extLst>
                <a:ext uri="{FF2B5EF4-FFF2-40B4-BE49-F238E27FC236}">
                  <a16:creationId id="{5AB1AA5E-8B62-4412-9317-CE06170FE6C6}"/>
                </a:ext>
              </a:extLst>
            </p:cNvPr>
            <p:cNvSpPr>
              <a:spLocks/>
            </p:cNvSpPr>
            <p:nvPr/>
          </p:nvSpPr>
          <p:spPr>
            <a:xfrm>
              <a:off x="599950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88A76"/>
            </a:solidFill>
            <a:ln w="12700" cap="flat">
              <a:noFill/>
              <a:round/>
            </a:ln>
          </p:spPr>
        </p:sp>
        <p:sp>
          <p:nvSpPr>
            <p:cNvPr id="375" name="F1_0374_patch_353">
              <a:extLst>
                <a:ext uri="{FF2B5EF4-FFF2-40B4-BE49-F238E27FC236}">
                  <a16:creationId id="{49D81421-330B-4239-9719-EC6BA7972999}"/>
                </a:ext>
              </a:extLst>
            </p:cNvPr>
            <p:cNvSpPr>
              <a:spLocks/>
            </p:cNvSpPr>
            <p:nvPr/>
          </p:nvSpPr>
          <p:spPr>
            <a:xfrm>
              <a:off x="6008251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88B78"/>
            </a:solidFill>
            <a:ln w="12700" cap="flat">
              <a:noFill/>
              <a:round/>
            </a:ln>
          </p:spPr>
        </p:sp>
        <p:sp>
          <p:nvSpPr>
            <p:cNvPr id="376" name="F1_0375_patch_354">
              <a:extLst>
                <a:ext uri="{FF2B5EF4-FFF2-40B4-BE49-F238E27FC236}">
                  <a16:creationId id="{DCFEFA9A-7EDB-4498-87BA-AF134C70FF56}"/>
                </a:ext>
              </a:extLst>
            </p:cNvPr>
            <p:cNvSpPr>
              <a:spLocks/>
            </p:cNvSpPr>
            <p:nvPr/>
          </p:nvSpPr>
          <p:spPr>
            <a:xfrm>
              <a:off x="601700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98C79"/>
            </a:solidFill>
            <a:ln w="12700" cap="flat">
              <a:noFill/>
              <a:round/>
            </a:ln>
          </p:spPr>
        </p:sp>
        <p:sp>
          <p:nvSpPr>
            <p:cNvPr id="377" name="F1_0376_patch_355">
              <a:extLst>
                <a:ext uri="{FF2B5EF4-FFF2-40B4-BE49-F238E27FC236}">
                  <a16:creationId id="{299F1343-57D7-4AB7-AA55-F212CC007C0E}"/>
                </a:ext>
              </a:extLst>
            </p:cNvPr>
            <p:cNvSpPr>
              <a:spLocks/>
            </p:cNvSpPr>
            <p:nvPr/>
          </p:nvSpPr>
          <p:spPr>
            <a:xfrm>
              <a:off x="602575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98D7A"/>
            </a:solidFill>
            <a:ln w="12700" cap="flat">
              <a:noFill/>
              <a:round/>
            </a:ln>
          </p:spPr>
        </p:sp>
        <p:sp>
          <p:nvSpPr>
            <p:cNvPr id="378" name="F1_0377_patch_356">
              <a:extLst>
                <a:ext uri="{FF2B5EF4-FFF2-40B4-BE49-F238E27FC236}">
                  <a16:creationId id="{48C650F6-5F48-4DDA-81B9-46556F4AC862}"/>
                </a:ext>
              </a:extLst>
            </p:cNvPr>
            <p:cNvSpPr>
              <a:spLocks/>
            </p:cNvSpPr>
            <p:nvPr/>
          </p:nvSpPr>
          <p:spPr>
            <a:xfrm>
              <a:off x="6034504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98E7B"/>
            </a:solidFill>
            <a:ln w="12700" cap="flat">
              <a:noFill/>
              <a:round/>
            </a:ln>
          </p:spPr>
        </p:sp>
        <p:sp>
          <p:nvSpPr>
            <p:cNvPr id="379" name="F1_0378_patch_357">
              <a:extLst>
                <a:ext uri="{FF2B5EF4-FFF2-40B4-BE49-F238E27FC236}">
                  <a16:creationId id="{CC499B65-97B4-4A91-9F3E-9EEFDCB0EFF2}"/>
                </a:ext>
              </a:extLst>
            </p:cNvPr>
            <p:cNvSpPr>
              <a:spLocks/>
            </p:cNvSpPr>
            <p:nvPr/>
          </p:nvSpPr>
          <p:spPr>
            <a:xfrm>
              <a:off x="604325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A8F7C"/>
            </a:solidFill>
            <a:ln w="12700" cap="flat">
              <a:noFill/>
              <a:round/>
            </a:ln>
          </p:spPr>
        </p:sp>
        <p:sp>
          <p:nvSpPr>
            <p:cNvPr id="380" name="F1_0379_patch_358">
              <a:extLst>
                <a:ext uri="{FF2B5EF4-FFF2-40B4-BE49-F238E27FC236}">
                  <a16:creationId id="{A20FF693-3C87-474D-AA02-4BD74C5B54E2}"/>
                </a:ext>
              </a:extLst>
            </p:cNvPr>
            <p:cNvSpPr>
              <a:spLocks/>
            </p:cNvSpPr>
            <p:nvPr/>
          </p:nvSpPr>
          <p:spPr>
            <a:xfrm>
              <a:off x="6052006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A907D"/>
            </a:solidFill>
            <a:ln w="12700" cap="flat">
              <a:noFill/>
              <a:round/>
            </a:ln>
          </p:spPr>
        </p:sp>
        <p:sp>
          <p:nvSpPr>
            <p:cNvPr id="381" name="F1_0380_patch_359">
              <a:extLst>
                <a:ext uri="{FF2B5EF4-FFF2-40B4-BE49-F238E27FC236}">
                  <a16:creationId id="{4F91D958-EFEF-413F-BFAD-3A8E88B69BAD}"/>
                </a:ext>
              </a:extLst>
            </p:cNvPr>
            <p:cNvSpPr>
              <a:spLocks/>
            </p:cNvSpPr>
            <p:nvPr/>
          </p:nvSpPr>
          <p:spPr>
            <a:xfrm>
              <a:off x="606075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A917E"/>
            </a:solidFill>
            <a:ln w="12700" cap="flat">
              <a:noFill/>
              <a:round/>
            </a:ln>
          </p:spPr>
        </p:sp>
        <p:sp>
          <p:nvSpPr>
            <p:cNvPr id="382" name="F1_0381_patch_360">
              <a:extLst>
                <a:ext uri="{FF2B5EF4-FFF2-40B4-BE49-F238E27FC236}">
                  <a16:creationId id="{5317F241-534C-40C2-AE33-A8D6D87B65DE}"/>
                </a:ext>
              </a:extLst>
            </p:cNvPr>
            <p:cNvSpPr>
              <a:spLocks/>
            </p:cNvSpPr>
            <p:nvPr/>
          </p:nvSpPr>
          <p:spPr>
            <a:xfrm>
              <a:off x="6069509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B9280"/>
            </a:solidFill>
            <a:ln w="12700" cap="flat">
              <a:noFill/>
              <a:round/>
            </a:ln>
          </p:spPr>
        </p:sp>
        <p:sp>
          <p:nvSpPr>
            <p:cNvPr id="383" name="F1_0382_patch_361">
              <a:extLst>
                <a:ext uri="{FF2B5EF4-FFF2-40B4-BE49-F238E27FC236}">
                  <a16:creationId id="{5F63EB21-5ED0-4E44-A117-F71B0F292729}"/>
                </a:ext>
              </a:extLst>
            </p:cNvPr>
            <p:cNvSpPr>
              <a:spLocks/>
            </p:cNvSpPr>
            <p:nvPr/>
          </p:nvSpPr>
          <p:spPr>
            <a:xfrm>
              <a:off x="607826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B9381"/>
            </a:solidFill>
            <a:ln w="12700" cap="flat">
              <a:noFill/>
              <a:round/>
            </a:ln>
          </p:spPr>
        </p:sp>
        <p:sp>
          <p:nvSpPr>
            <p:cNvPr id="384" name="F1_0383_patch_362">
              <a:extLst>
                <a:ext uri="{FF2B5EF4-FFF2-40B4-BE49-F238E27FC236}">
                  <a16:creationId id="{AA13D0E3-0FBD-4C3D-96C9-88600528159E}"/>
                </a:ext>
              </a:extLst>
            </p:cNvPr>
            <p:cNvSpPr>
              <a:spLocks/>
            </p:cNvSpPr>
            <p:nvPr/>
          </p:nvSpPr>
          <p:spPr>
            <a:xfrm>
              <a:off x="6087011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B9482"/>
            </a:solidFill>
            <a:ln w="12700" cap="flat">
              <a:noFill/>
              <a:round/>
            </a:ln>
          </p:spPr>
        </p:sp>
        <p:sp>
          <p:nvSpPr>
            <p:cNvPr id="385" name="F1_0384_patch_363">
              <a:extLst>
                <a:ext uri="{FF2B5EF4-FFF2-40B4-BE49-F238E27FC236}">
                  <a16:creationId id="{B952DAB6-117E-42F8-AD34-676E1C237D25}"/>
                </a:ext>
              </a:extLst>
            </p:cNvPr>
            <p:cNvSpPr>
              <a:spLocks/>
            </p:cNvSpPr>
            <p:nvPr/>
          </p:nvSpPr>
          <p:spPr>
            <a:xfrm>
              <a:off x="609576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C9583"/>
            </a:solidFill>
            <a:ln w="12700" cap="flat">
              <a:noFill/>
              <a:round/>
            </a:ln>
          </p:spPr>
        </p:sp>
        <p:sp>
          <p:nvSpPr>
            <p:cNvPr id="386" name="F1_0385_patch_364">
              <a:extLst>
                <a:ext uri="{FF2B5EF4-FFF2-40B4-BE49-F238E27FC236}">
                  <a16:creationId id="{C5A7A5A6-DD85-4CEF-8B92-90B826AEADF0}"/>
                </a:ext>
              </a:extLst>
            </p:cNvPr>
            <p:cNvSpPr>
              <a:spLocks/>
            </p:cNvSpPr>
            <p:nvPr/>
          </p:nvSpPr>
          <p:spPr>
            <a:xfrm>
              <a:off x="610451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C9684"/>
            </a:solidFill>
            <a:ln w="12700" cap="flat">
              <a:noFill/>
              <a:round/>
            </a:ln>
          </p:spPr>
        </p:sp>
        <p:sp>
          <p:nvSpPr>
            <p:cNvPr id="387" name="F1_0386_patch_365">
              <a:extLst>
                <a:ext uri="{FF2B5EF4-FFF2-40B4-BE49-F238E27FC236}">
                  <a16:creationId id="{0CFF5A62-394E-429C-90EE-83891941EBDE}"/>
                </a:ext>
              </a:extLst>
            </p:cNvPr>
            <p:cNvSpPr>
              <a:spLocks/>
            </p:cNvSpPr>
            <p:nvPr/>
          </p:nvSpPr>
          <p:spPr>
            <a:xfrm>
              <a:off x="6113264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C9785"/>
            </a:solidFill>
            <a:ln w="12700" cap="flat">
              <a:noFill/>
              <a:round/>
            </a:ln>
          </p:spPr>
        </p:sp>
        <p:sp>
          <p:nvSpPr>
            <p:cNvPr id="388" name="F1_0387_patch_366">
              <a:extLst>
                <a:ext uri="{FF2B5EF4-FFF2-40B4-BE49-F238E27FC236}">
                  <a16:creationId id="{3B342821-8357-419D-B1E0-77721F29398B}"/>
                </a:ext>
              </a:extLst>
            </p:cNvPr>
            <p:cNvSpPr>
              <a:spLocks/>
            </p:cNvSpPr>
            <p:nvPr/>
          </p:nvSpPr>
          <p:spPr>
            <a:xfrm>
              <a:off x="612201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D9887"/>
            </a:solidFill>
            <a:ln w="12700" cap="flat">
              <a:noFill/>
              <a:round/>
            </a:ln>
          </p:spPr>
        </p:sp>
        <p:sp>
          <p:nvSpPr>
            <p:cNvPr id="389" name="F1_0388_patch_367">
              <a:extLst>
                <a:ext uri="{FF2B5EF4-FFF2-40B4-BE49-F238E27FC236}">
                  <a16:creationId id="{5521B187-8C7D-4757-BBE5-05CAE4E3C7B5}"/>
                </a:ext>
              </a:extLst>
            </p:cNvPr>
            <p:cNvSpPr>
              <a:spLocks/>
            </p:cNvSpPr>
            <p:nvPr/>
          </p:nvSpPr>
          <p:spPr>
            <a:xfrm>
              <a:off x="6130766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D9988"/>
            </a:solidFill>
            <a:ln w="12700" cap="flat">
              <a:noFill/>
              <a:round/>
            </a:ln>
          </p:spPr>
        </p:sp>
        <p:sp>
          <p:nvSpPr>
            <p:cNvPr id="390" name="F1_0389_patch_368">
              <a:extLst>
                <a:ext uri="{FF2B5EF4-FFF2-40B4-BE49-F238E27FC236}">
                  <a16:creationId id="{EFD09CAF-0A7C-4347-AE34-F53EC6ED831F}"/>
                </a:ext>
              </a:extLst>
            </p:cNvPr>
            <p:cNvSpPr>
              <a:spLocks/>
            </p:cNvSpPr>
            <p:nvPr/>
          </p:nvSpPr>
          <p:spPr>
            <a:xfrm>
              <a:off x="613951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D9A89"/>
            </a:solidFill>
            <a:ln w="12700" cap="flat">
              <a:noFill/>
              <a:round/>
            </a:ln>
          </p:spPr>
        </p:sp>
        <p:sp>
          <p:nvSpPr>
            <p:cNvPr id="391" name="F1_0390_patch_369">
              <a:extLst>
                <a:ext uri="{FF2B5EF4-FFF2-40B4-BE49-F238E27FC236}">
                  <a16:creationId id="{4EE4CC05-F0E3-414D-9A0C-694403CAEE6F}"/>
                </a:ext>
              </a:extLst>
            </p:cNvPr>
            <p:cNvSpPr>
              <a:spLocks/>
            </p:cNvSpPr>
            <p:nvPr/>
          </p:nvSpPr>
          <p:spPr>
            <a:xfrm>
              <a:off x="614826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E9B8A"/>
            </a:solidFill>
            <a:ln w="12700" cap="flat">
              <a:noFill/>
              <a:round/>
            </a:ln>
          </p:spPr>
        </p:sp>
        <p:sp>
          <p:nvSpPr>
            <p:cNvPr id="392" name="F1_0391_patch_370">
              <a:extLst>
                <a:ext uri="{FF2B5EF4-FFF2-40B4-BE49-F238E27FC236}">
                  <a16:creationId id="{02F94618-7CD0-4A39-98E2-909B5EFD47DC}"/>
                </a:ext>
              </a:extLst>
            </p:cNvPr>
            <p:cNvSpPr>
              <a:spLocks/>
            </p:cNvSpPr>
            <p:nvPr/>
          </p:nvSpPr>
          <p:spPr>
            <a:xfrm>
              <a:off x="615702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E9C8B"/>
            </a:solidFill>
            <a:ln w="12700" cap="flat">
              <a:noFill/>
              <a:round/>
            </a:ln>
          </p:spPr>
        </p:sp>
        <p:sp>
          <p:nvSpPr>
            <p:cNvPr id="393" name="F1_0392_patch_371">
              <a:extLst>
                <a:ext uri="{FF2B5EF4-FFF2-40B4-BE49-F238E27FC236}">
                  <a16:creationId id="{2C673F0A-7277-4828-9CEF-877DDA1ABC10}"/>
                </a:ext>
              </a:extLst>
            </p:cNvPr>
            <p:cNvSpPr>
              <a:spLocks/>
            </p:cNvSpPr>
            <p:nvPr/>
          </p:nvSpPr>
          <p:spPr>
            <a:xfrm>
              <a:off x="6165771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E9D8C"/>
            </a:solidFill>
            <a:ln w="12700" cap="flat">
              <a:noFill/>
              <a:round/>
            </a:ln>
          </p:spPr>
        </p:sp>
        <p:sp>
          <p:nvSpPr>
            <p:cNvPr id="394" name="F1_0393_patch_372">
              <a:extLst>
                <a:ext uri="{FF2B5EF4-FFF2-40B4-BE49-F238E27FC236}">
                  <a16:creationId id="{5934BFF7-58FE-4727-9096-07F747D2F116}"/>
                </a:ext>
              </a:extLst>
            </p:cNvPr>
            <p:cNvSpPr>
              <a:spLocks/>
            </p:cNvSpPr>
            <p:nvPr/>
          </p:nvSpPr>
          <p:spPr>
            <a:xfrm>
              <a:off x="617452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F9E8D"/>
            </a:solidFill>
            <a:ln w="12700" cap="flat">
              <a:noFill/>
              <a:round/>
            </a:ln>
          </p:spPr>
        </p:sp>
        <p:sp>
          <p:nvSpPr>
            <p:cNvPr id="395" name="F1_0394_patch_373">
              <a:extLst>
                <a:ext uri="{FF2B5EF4-FFF2-40B4-BE49-F238E27FC236}">
                  <a16:creationId id="{72B8DF8B-6581-42C5-A533-9FD96AA878EA}"/>
                </a:ext>
              </a:extLst>
            </p:cNvPr>
            <p:cNvSpPr>
              <a:spLocks/>
            </p:cNvSpPr>
            <p:nvPr/>
          </p:nvSpPr>
          <p:spPr>
            <a:xfrm>
              <a:off x="618327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F9F8F"/>
            </a:solidFill>
            <a:ln w="12700" cap="flat">
              <a:noFill/>
              <a:round/>
            </a:ln>
          </p:spPr>
        </p:sp>
        <p:sp>
          <p:nvSpPr>
            <p:cNvPr id="396" name="F1_0395_patch_374">
              <a:extLst>
                <a:ext uri="{FF2B5EF4-FFF2-40B4-BE49-F238E27FC236}">
                  <a16:creationId id="{500132F6-7872-4A60-819D-E35ADDF73E39}"/>
                </a:ext>
              </a:extLst>
            </p:cNvPr>
            <p:cNvSpPr>
              <a:spLocks/>
            </p:cNvSpPr>
            <p:nvPr/>
          </p:nvSpPr>
          <p:spPr>
            <a:xfrm>
              <a:off x="6192024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FA090"/>
            </a:solidFill>
            <a:ln w="12700" cap="flat">
              <a:noFill/>
              <a:round/>
            </a:ln>
          </p:spPr>
        </p:sp>
        <p:sp>
          <p:nvSpPr>
            <p:cNvPr id="397" name="F1_0396_patch_375">
              <a:extLst>
                <a:ext uri="{FF2B5EF4-FFF2-40B4-BE49-F238E27FC236}">
                  <a16:creationId id="{5C6FD5D6-273B-4D72-B6E1-FD0ADF24E269}"/>
                </a:ext>
              </a:extLst>
            </p:cNvPr>
            <p:cNvSpPr>
              <a:spLocks/>
            </p:cNvSpPr>
            <p:nvPr/>
          </p:nvSpPr>
          <p:spPr>
            <a:xfrm>
              <a:off x="620077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0A191"/>
            </a:solidFill>
            <a:ln w="12700" cap="flat">
              <a:noFill/>
              <a:round/>
            </a:ln>
          </p:spPr>
        </p:sp>
        <p:sp>
          <p:nvSpPr>
            <p:cNvPr id="398" name="F1_0397_patch_376">
              <a:extLst>
                <a:ext uri="{FF2B5EF4-FFF2-40B4-BE49-F238E27FC236}">
                  <a16:creationId id="{DE3528ED-706E-4C66-8FFE-6959315C912A}"/>
                </a:ext>
              </a:extLst>
            </p:cNvPr>
            <p:cNvSpPr>
              <a:spLocks/>
            </p:cNvSpPr>
            <p:nvPr/>
          </p:nvSpPr>
          <p:spPr>
            <a:xfrm>
              <a:off x="6209526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0A292"/>
            </a:solidFill>
            <a:ln w="12700" cap="flat">
              <a:noFill/>
              <a:round/>
            </a:ln>
          </p:spPr>
        </p:sp>
        <p:sp>
          <p:nvSpPr>
            <p:cNvPr id="399" name="F1_0398_patch_377">
              <a:extLst>
                <a:ext uri="{FF2B5EF4-FFF2-40B4-BE49-F238E27FC236}">
                  <a16:creationId id="{F832E90A-6E07-48DA-9889-45AF8B36ED38}"/>
                </a:ext>
              </a:extLst>
            </p:cNvPr>
            <p:cNvSpPr>
              <a:spLocks/>
            </p:cNvSpPr>
            <p:nvPr/>
          </p:nvSpPr>
          <p:spPr>
            <a:xfrm>
              <a:off x="621827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0A393"/>
            </a:solidFill>
            <a:ln w="12700" cap="flat">
              <a:noFill/>
              <a:round/>
            </a:ln>
          </p:spPr>
        </p:sp>
        <p:sp>
          <p:nvSpPr>
            <p:cNvPr id="400" name="F1_0399_patch_378">
              <a:extLst>
                <a:ext uri="{FF2B5EF4-FFF2-40B4-BE49-F238E27FC236}">
                  <a16:creationId id="{88238BF8-8A76-483D-82DC-2111B7F7441F}"/>
                </a:ext>
              </a:extLst>
            </p:cNvPr>
            <p:cNvSpPr>
              <a:spLocks/>
            </p:cNvSpPr>
            <p:nvPr/>
          </p:nvSpPr>
          <p:spPr>
            <a:xfrm>
              <a:off x="622702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1A494"/>
            </a:solidFill>
            <a:ln w="12700" cap="flat">
              <a:noFill/>
              <a:round/>
            </a:ln>
          </p:spPr>
        </p:sp>
        <p:sp>
          <p:nvSpPr>
            <p:cNvPr id="401" name="F1_0400_patch_379">
              <a:extLst>
                <a:ext uri="{FF2B5EF4-FFF2-40B4-BE49-F238E27FC236}">
                  <a16:creationId id="{5645E3B5-4A82-4E2B-B756-7A14FF1D2C9D}"/>
                </a:ext>
              </a:extLst>
            </p:cNvPr>
            <p:cNvSpPr>
              <a:spLocks/>
            </p:cNvSpPr>
            <p:nvPr/>
          </p:nvSpPr>
          <p:spPr>
            <a:xfrm>
              <a:off x="6235779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1A596"/>
            </a:solidFill>
            <a:ln w="12700" cap="flat">
              <a:noFill/>
              <a:round/>
            </a:ln>
          </p:spPr>
        </p:sp>
        <p:sp>
          <p:nvSpPr>
            <p:cNvPr id="402" name="F1_0401_patch_380">
              <a:extLst>
                <a:ext uri="{FF2B5EF4-FFF2-40B4-BE49-F238E27FC236}">
                  <a16:creationId id="{FFB10ECD-5CA6-49F9-A406-C52283A541B1}"/>
                </a:ext>
              </a:extLst>
            </p:cNvPr>
            <p:cNvSpPr>
              <a:spLocks/>
            </p:cNvSpPr>
            <p:nvPr/>
          </p:nvSpPr>
          <p:spPr>
            <a:xfrm>
              <a:off x="624453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1A697"/>
            </a:solidFill>
            <a:ln w="12700" cap="flat">
              <a:noFill/>
              <a:round/>
            </a:ln>
          </p:spPr>
        </p:sp>
        <p:sp>
          <p:nvSpPr>
            <p:cNvPr id="403" name="F1_0402_patch_381">
              <a:extLst>
                <a:ext uri="{FF2B5EF4-FFF2-40B4-BE49-F238E27FC236}">
                  <a16:creationId id="{C2457E25-7539-4F5D-85BE-B9C062A19DD0}"/>
                </a:ext>
              </a:extLst>
            </p:cNvPr>
            <p:cNvSpPr>
              <a:spLocks/>
            </p:cNvSpPr>
            <p:nvPr/>
          </p:nvSpPr>
          <p:spPr>
            <a:xfrm>
              <a:off x="625328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2A798"/>
            </a:solidFill>
            <a:ln w="12700" cap="flat">
              <a:noFill/>
              <a:round/>
            </a:ln>
          </p:spPr>
        </p:sp>
        <p:sp>
          <p:nvSpPr>
            <p:cNvPr id="404" name="F1_0403_patch_382">
              <a:extLst>
                <a:ext uri="{FF2B5EF4-FFF2-40B4-BE49-F238E27FC236}">
                  <a16:creationId id="{2F0DED82-D924-4CF8-80A1-43F25220379D}"/>
                </a:ext>
              </a:extLst>
            </p:cNvPr>
            <p:cNvSpPr>
              <a:spLocks/>
            </p:cNvSpPr>
            <p:nvPr/>
          </p:nvSpPr>
          <p:spPr>
            <a:xfrm>
              <a:off x="626203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2A899"/>
            </a:solidFill>
            <a:ln w="12700" cap="flat">
              <a:noFill/>
              <a:round/>
            </a:ln>
          </p:spPr>
        </p:sp>
        <p:sp>
          <p:nvSpPr>
            <p:cNvPr id="405" name="F1_0404_patch_383">
              <a:extLst>
                <a:ext uri="{FF2B5EF4-FFF2-40B4-BE49-F238E27FC236}">
                  <a16:creationId id="{3A523884-FF14-4C65-8158-4928367F3197}"/>
                </a:ext>
              </a:extLst>
            </p:cNvPr>
            <p:cNvSpPr>
              <a:spLocks/>
            </p:cNvSpPr>
            <p:nvPr/>
          </p:nvSpPr>
          <p:spPr>
            <a:xfrm>
              <a:off x="6270784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2A99A"/>
            </a:solidFill>
            <a:ln w="12700" cap="flat">
              <a:noFill/>
              <a:round/>
            </a:ln>
          </p:spPr>
        </p:sp>
        <p:sp>
          <p:nvSpPr>
            <p:cNvPr id="406" name="F1_0405_patch_384">
              <a:extLst>
                <a:ext uri="{FF2B5EF4-FFF2-40B4-BE49-F238E27FC236}">
                  <a16:creationId id="{85D4B3C5-FCD9-4B1D-ABFF-FD4523BDEEBA}"/>
                </a:ext>
              </a:extLst>
            </p:cNvPr>
            <p:cNvSpPr>
              <a:spLocks/>
            </p:cNvSpPr>
            <p:nvPr/>
          </p:nvSpPr>
          <p:spPr>
            <a:xfrm>
              <a:off x="627953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3AA9B"/>
            </a:solidFill>
            <a:ln w="12700" cap="flat">
              <a:noFill/>
              <a:round/>
            </a:ln>
          </p:spPr>
        </p:sp>
        <p:sp>
          <p:nvSpPr>
            <p:cNvPr id="407" name="F1_0406_patch_385">
              <a:extLst>
                <a:ext uri="{FF2B5EF4-FFF2-40B4-BE49-F238E27FC236}">
                  <a16:creationId id="{CB442335-334C-4C39-8472-0F48C021649B}"/>
                </a:ext>
              </a:extLst>
            </p:cNvPr>
            <p:cNvSpPr>
              <a:spLocks/>
            </p:cNvSpPr>
            <p:nvPr/>
          </p:nvSpPr>
          <p:spPr>
            <a:xfrm>
              <a:off x="6288286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3AB9C"/>
            </a:solidFill>
            <a:ln w="12700" cap="flat">
              <a:noFill/>
              <a:round/>
            </a:ln>
          </p:spPr>
        </p:sp>
        <p:sp>
          <p:nvSpPr>
            <p:cNvPr id="408" name="F1_0407_patch_386">
              <a:extLst>
                <a:ext uri="{FF2B5EF4-FFF2-40B4-BE49-F238E27FC236}">
                  <a16:creationId id="{0C5B426E-7D61-422F-9E4B-E2EB87BB0ADD}"/>
                </a:ext>
              </a:extLst>
            </p:cNvPr>
            <p:cNvSpPr>
              <a:spLocks/>
            </p:cNvSpPr>
            <p:nvPr/>
          </p:nvSpPr>
          <p:spPr>
            <a:xfrm>
              <a:off x="629703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3AB9E"/>
            </a:solidFill>
            <a:ln w="12700" cap="flat">
              <a:noFill/>
              <a:round/>
            </a:ln>
          </p:spPr>
        </p:sp>
        <p:sp>
          <p:nvSpPr>
            <p:cNvPr id="409" name="F1_0408_patch_387">
              <a:extLst>
                <a:ext uri="{FF2B5EF4-FFF2-40B4-BE49-F238E27FC236}">
                  <a16:creationId id="{C09C8031-6134-493D-9675-119F698BCA24}"/>
                </a:ext>
              </a:extLst>
            </p:cNvPr>
            <p:cNvSpPr>
              <a:spLocks/>
            </p:cNvSpPr>
            <p:nvPr/>
          </p:nvSpPr>
          <p:spPr>
            <a:xfrm>
              <a:off x="630578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3AC9F"/>
            </a:solidFill>
            <a:ln w="12700" cap="flat">
              <a:noFill/>
              <a:round/>
            </a:ln>
          </p:spPr>
        </p:sp>
        <p:sp>
          <p:nvSpPr>
            <p:cNvPr id="410" name="F1_0409_patch_388">
              <a:extLst>
                <a:ext uri="{FF2B5EF4-FFF2-40B4-BE49-F238E27FC236}">
                  <a16:creationId id="{AAD7C2A4-31B4-424D-B20F-9079BFDC5235}"/>
                </a:ext>
              </a:extLst>
            </p:cNvPr>
            <p:cNvSpPr>
              <a:spLocks/>
            </p:cNvSpPr>
            <p:nvPr/>
          </p:nvSpPr>
          <p:spPr>
            <a:xfrm>
              <a:off x="6314539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4ADA0"/>
            </a:solidFill>
            <a:ln w="12700" cap="flat">
              <a:noFill/>
              <a:round/>
            </a:ln>
          </p:spPr>
        </p:sp>
        <p:sp>
          <p:nvSpPr>
            <p:cNvPr id="411" name="F1_0410_patch_389">
              <a:extLst>
                <a:ext uri="{FF2B5EF4-FFF2-40B4-BE49-F238E27FC236}">
                  <a16:creationId id="{B4EBCD86-8059-4DED-9B80-CC7462531C5E}"/>
                </a:ext>
              </a:extLst>
            </p:cNvPr>
            <p:cNvSpPr>
              <a:spLocks/>
            </p:cNvSpPr>
            <p:nvPr/>
          </p:nvSpPr>
          <p:spPr>
            <a:xfrm>
              <a:off x="632329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4AEA1"/>
            </a:solidFill>
            <a:ln w="12700" cap="flat">
              <a:noFill/>
              <a:round/>
            </a:ln>
          </p:spPr>
        </p:sp>
        <p:sp>
          <p:nvSpPr>
            <p:cNvPr id="412" name="F1_0411_patch_390">
              <a:extLst>
                <a:ext uri="{FF2B5EF4-FFF2-40B4-BE49-F238E27FC236}">
                  <a16:creationId id="{281B4B28-E7BE-41A1-8D1B-EBDF6B925FF1}"/>
                </a:ext>
              </a:extLst>
            </p:cNvPr>
            <p:cNvSpPr>
              <a:spLocks/>
            </p:cNvSpPr>
            <p:nvPr/>
          </p:nvSpPr>
          <p:spPr>
            <a:xfrm>
              <a:off x="6332041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4AFA2"/>
            </a:solidFill>
            <a:ln w="12700" cap="flat">
              <a:noFill/>
              <a:round/>
            </a:ln>
          </p:spPr>
        </p:sp>
        <p:sp>
          <p:nvSpPr>
            <p:cNvPr id="413" name="F1_0412_patch_391">
              <a:extLst>
                <a:ext uri="{FF2B5EF4-FFF2-40B4-BE49-F238E27FC236}">
                  <a16:creationId id="{44E2EFC2-4EF8-4C12-A460-B51C522C6DE0}"/>
                </a:ext>
              </a:extLst>
            </p:cNvPr>
            <p:cNvSpPr>
              <a:spLocks/>
            </p:cNvSpPr>
            <p:nvPr/>
          </p:nvSpPr>
          <p:spPr>
            <a:xfrm>
              <a:off x="634079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5B0A3"/>
            </a:solidFill>
            <a:ln w="12700" cap="flat">
              <a:noFill/>
              <a:round/>
            </a:ln>
          </p:spPr>
        </p:sp>
        <p:sp>
          <p:nvSpPr>
            <p:cNvPr id="414" name="F1_0413_patch_392">
              <a:extLst>
                <a:ext uri="{FF2B5EF4-FFF2-40B4-BE49-F238E27FC236}">
                  <a16:creationId id="{25152989-D249-42B3-BE9C-39C16EA063D9}"/>
                </a:ext>
              </a:extLst>
            </p:cNvPr>
            <p:cNvSpPr>
              <a:spLocks/>
            </p:cNvSpPr>
            <p:nvPr/>
          </p:nvSpPr>
          <p:spPr>
            <a:xfrm>
              <a:off x="6349544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5B1A4"/>
            </a:solidFill>
            <a:ln w="12700" cap="flat">
              <a:noFill/>
              <a:round/>
            </a:ln>
          </p:spPr>
        </p:sp>
        <p:sp>
          <p:nvSpPr>
            <p:cNvPr id="415" name="F1_0414_patch_393">
              <a:extLst>
                <a:ext uri="{FF2B5EF4-FFF2-40B4-BE49-F238E27FC236}">
                  <a16:creationId id="{E0485C94-DC36-4120-BBA5-107F1A2A058A}"/>
                </a:ext>
              </a:extLst>
            </p:cNvPr>
            <p:cNvSpPr>
              <a:spLocks/>
            </p:cNvSpPr>
            <p:nvPr/>
          </p:nvSpPr>
          <p:spPr>
            <a:xfrm>
              <a:off x="635829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5B2A6"/>
            </a:solidFill>
            <a:ln w="12700" cap="flat">
              <a:noFill/>
              <a:round/>
            </a:ln>
          </p:spPr>
        </p:sp>
        <p:sp>
          <p:nvSpPr>
            <p:cNvPr id="416" name="F1_0415_patch_394">
              <a:extLst>
                <a:ext uri="{FF2B5EF4-FFF2-40B4-BE49-F238E27FC236}">
                  <a16:creationId id="{6F58E840-5613-4080-B92C-9F4848241A1C}"/>
                </a:ext>
              </a:extLst>
            </p:cNvPr>
            <p:cNvSpPr>
              <a:spLocks/>
            </p:cNvSpPr>
            <p:nvPr/>
          </p:nvSpPr>
          <p:spPr>
            <a:xfrm>
              <a:off x="6367046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6B3A7"/>
            </a:solidFill>
            <a:ln w="12700" cap="flat">
              <a:noFill/>
              <a:round/>
            </a:ln>
          </p:spPr>
        </p:sp>
        <p:sp>
          <p:nvSpPr>
            <p:cNvPr id="417" name="F1_0416_patch_395">
              <a:extLst>
                <a:ext uri="{FF2B5EF4-FFF2-40B4-BE49-F238E27FC236}">
                  <a16:creationId id="{4645882F-99AE-4E54-BDAB-6DA6724D35B7}"/>
                </a:ext>
              </a:extLst>
            </p:cNvPr>
            <p:cNvSpPr>
              <a:spLocks/>
            </p:cNvSpPr>
            <p:nvPr/>
          </p:nvSpPr>
          <p:spPr>
            <a:xfrm>
              <a:off x="637579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6B4A8"/>
            </a:solidFill>
            <a:ln w="12700" cap="flat">
              <a:noFill/>
              <a:round/>
            </a:ln>
          </p:spPr>
        </p:sp>
        <p:sp>
          <p:nvSpPr>
            <p:cNvPr id="418" name="F1_0417_patch_396">
              <a:extLst>
                <a:ext uri="{FF2B5EF4-FFF2-40B4-BE49-F238E27FC236}">
                  <a16:creationId id="{27DD0A23-64D2-4193-AEBC-C28272F6D355}"/>
                </a:ext>
              </a:extLst>
            </p:cNvPr>
            <p:cNvSpPr>
              <a:spLocks/>
            </p:cNvSpPr>
            <p:nvPr/>
          </p:nvSpPr>
          <p:spPr>
            <a:xfrm>
              <a:off x="638454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6B5A9"/>
            </a:solidFill>
            <a:ln w="12700" cap="flat">
              <a:noFill/>
              <a:round/>
            </a:ln>
          </p:spPr>
        </p:sp>
        <p:sp>
          <p:nvSpPr>
            <p:cNvPr id="419" name="F1_0418_patch_397">
              <a:extLst>
                <a:ext uri="{FF2B5EF4-FFF2-40B4-BE49-F238E27FC236}">
                  <a16:creationId id="{DA965D1A-153F-4A49-B428-A0D3C40D2F1B}"/>
                </a:ext>
              </a:extLst>
            </p:cNvPr>
            <p:cNvSpPr>
              <a:spLocks/>
            </p:cNvSpPr>
            <p:nvPr/>
          </p:nvSpPr>
          <p:spPr>
            <a:xfrm>
              <a:off x="6393299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7B6AA"/>
            </a:solidFill>
            <a:ln w="12700" cap="flat">
              <a:noFill/>
              <a:round/>
            </a:ln>
          </p:spPr>
        </p:sp>
        <p:sp>
          <p:nvSpPr>
            <p:cNvPr id="420" name="F1_0419_patch_398">
              <a:extLst>
                <a:ext uri="{FF2B5EF4-FFF2-40B4-BE49-F238E27FC236}">
                  <a16:creationId id="{2048DCC1-AAF3-4CAC-BED0-D73E5C6318EC}"/>
                </a:ext>
              </a:extLst>
            </p:cNvPr>
            <p:cNvSpPr>
              <a:spLocks/>
            </p:cNvSpPr>
            <p:nvPr/>
          </p:nvSpPr>
          <p:spPr>
            <a:xfrm>
              <a:off x="640205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7B7AB"/>
            </a:solidFill>
            <a:ln w="12700" cap="flat">
              <a:noFill/>
              <a:round/>
            </a:ln>
          </p:spPr>
        </p:sp>
        <p:sp>
          <p:nvSpPr>
            <p:cNvPr id="421" name="F1_0420_patch_399">
              <a:extLst>
                <a:ext uri="{FF2B5EF4-FFF2-40B4-BE49-F238E27FC236}">
                  <a16:creationId id="{6775B01B-66C9-435E-B0F9-C2BAA7747AC0}"/>
                </a:ext>
              </a:extLst>
            </p:cNvPr>
            <p:cNvSpPr>
              <a:spLocks/>
            </p:cNvSpPr>
            <p:nvPr/>
          </p:nvSpPr>
          <p:spPr>
            <a:xfrm>
              <a:off x="6410801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7B8AD"/>
            </a:solidFill>
            <a:ln w="12700" cap="flat">
              <a:noFill/>
              <a:round/>
            </a:ln>
          </p:spPr>
        </p:sp>
        <p:sp>
          <p:nvSpPr>
            <p:cNvPr id="422" name="F1_0421_patch_400">
              <a:extLst>
                <a:ext uri="{FF2B5EF4-FFF2-40B4-BE49-F238E27FC236}">
                  <a16:creationId id="{8B80D8A7-4F23-4C58-A073-61C9C2DA1B30}"/>
                </a:ext>
              </a:extLst>
            </p:cNvPr>
            <p:cNvSpPr>
              <a:spLocks/>
            </p:cNvSpPr>
            <p:nvPr/>
          </p:nvSpPr>
          <p:spPr>
            <a:xfrm>
              <a:off x="641955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8B9AE"/>
            </a:solidFill>
            <a:ln w="12700" cap="flat">
              <a:noFill/>
              <a:round/>
            </a:ln>
          </p:spPr>
        </p:sp>
        <p:sp>
          <p:nvSpPr>
            <p:cNvPr id="423" name="F1_0422_patch_401">
              <a:extLst>
                <a:ext uri="{FF2B5EF4-FFF2-40B4-BE49-F238E27FC236}">
                  <a16:creationId id="{9F9D1823-A22E-4FDA-9D6E-32E2C32312E4}"/>
                </a:ext>
              </a:extLst>
            </p:cNvPr>
            <p:cNvSpPr>
              <a:spLocks/>
            </p:cNvSpPr>
            <p:nvPr/>
          </p:nvSpPr>
          <p:spPr>
            <a:xfrm>
              <a:off x="642830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8BAAF"/>
            </a:solidFill>
            <a:ln w="12700" cap="flat">
              <a:noFill/>
              <a:round/>
            </a:ln>
          </p:spPr>
        </p:sp>
        <p:sp>
          <p:nvSpPr>
            <p:cNvPr id="424" name="F1_0423_patch_402">
              <a:extLst>
                <a:ext uri="{FF2B5EF4-FFF2-40B4-BE49-F238E27FC236}">
                  <a16:creationId id="{A0E74112-46A5-484A-8FEB-CF2B2AD1D7D6}"/>
                </a:ext>
              </a:extLst>
            </p:cNvPr>
            <p:cNvSpPr>
              <a:spLocks/>
            </p:cNvSpPr>
            <p:nvPr/>
          </p:nvSpPr>
          <p:spPr>
            <a:xfrm>
              <a:off x="643705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8BBB0"/>
            </a:solidFill>
            <a:ln w="12700" cap="flat">
              <a:noFill/>
              <a:round/>
            </a:ln>
          </p:spPr>
        </p:sp>
        <p:sp>
          <p:nvSpPr>
            <p:cNvPr id="425" name="F1_0424_patch_403">
              <a:extLst>
                <a:ext uri="{FF2B5EF4-FFF2-40B4-BE49-F238E27FC236}">
                  <a16:creationId id="{F6DC0B5D-5099-4FBE-85A4-C1832BF48F45}"/>
                </a:ext>
              </a:extLst>
            </p:cNvPr>
            <p:cNvSpPr>
              <a:spLocks/>
            </p:cNvSpPr>
            <p:nvPr/>
          </p:nvSpPr>
          <p:spPr>
            <a:xfrm>
              <a:off x="6445806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9BCB1"/>
            </a:solidFill>
            <a:ln w="12700" cap="flat">
              <a:noFill/>
              <a:round/>
            </a:ln>
          </p:spPr>
        </p:sp>
        <p:sp>
          <p:nvSpPr>
            <p:cNvPr id="426" name="F1_0425_patch_404">
              <a:extLst>
                <a:ext uri="{FF2B5EF4-FFF2-40B4-BE49-F238E27FC236}">
                  <a16:creationId id="{E63D9A1F-95C9-4D46-90AC-E82AAA9C0475}"/>
                </a:ext>
              </a:extLst>
            </p:cNvPr>
            <p:cNvSpPr>
              <a:spLocks/>
            </p:cNvSpPr>
            <p:nvPr/>
          </p:nvSpPr>
          <p:spPr>
            <a:xfrm>
              <a:off x="645455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9BDB2"/>
            </a:solidFill>
            <a:ln w="12700" cap="flat">
              <a:noFill/>
              <a:round/>
            </a:ln>
          </p:spPr>
        </p:sp>
        <p:sp>
          <p:nvSpPr>
            <p:cNvPr id="427" name="F1_0426_patch_405">
              <a:extLst>
                <a:ext uri="{FF2B5EF4-FFF2-40B4-BE49-F238E27FC236}">
                  <a16:creationId id="{097AC317-CF82-4433-9F0A-689D36C095B9}"/>
                </a:ext>
              </a:extLst>
            </p:cNvPr>
            <p:cNvSpPr>
              <a:spLocks/>
            </p:cNvSpPr>
            <p:nvPr/>
          </p:nvSpPr>
          <p:spPr>
            <a:xfrm>
              <a:off x="646330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9BEB3"/>
            </a:solidFill>
            <a:ln w="12700" cap="flat">
              <a:noFill/>
              <a:round/>
            </a:ln>
          </p:spPr>
        </p:sp>
        <p:sp>
          <p:nvSpPr>
            <p:cNvPr id="428" name="F1_0427_patch_406">
              <a:extLst>
                <a:ext uri="{FF2B5EF4-FFF2-40B4-BE49-F238E27FC236}">
                  <a16:creationId id="{DE6A6823-214D-4321-A835-CE61655607A3}"/>
                </a:ext>
              </a:extLst>
            </p:cNvPr>
            <p:cNvSpPr>
              <a:spLocks/>
            </p:cNvSpPr>
            <p:nvPr/>
          </p:nvSpPr>
          <p:spPr>
            <a:xfrm>
              <a:off x="6472059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ABFB5"/>
            </a:solidFill>
            <a:ln w="12700" cap="flat">
              <a:noFill/>
              <a:round/>
            </a:ln>
          </p:spPr>
        </p:sp>
        <p:sp>
          <p:nvSpPr>
            <p:cNvPr id="429" name="F1_0428_patch_407">
              <a:extLst>
                <a:ext uri="{FF2B5EF4-FFF2-40B4-BE49-F238E27FC236}">
                  <a16:creationId id="{36055ED5-10BE-46F6-B6F3-4B86CB855227}"/>
                </a:ext>
              </a:extLst>
            </p:cNvPr>
            <p:cNvSpPr>
              <a:spLocks/>
            </p:cNvSpPr>
            <p:nvPr/>
          </p:nvSpPr>
          <p:spPr>
            <a:xfrm>
              <a:off x="648081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AC0B6"/>
            </a:solidFill>
            <a:ln w="12700" cap="flat">
              <a:noFill/>
              <a:round/>
            </a:ln>
          </p:spPr>
        </p:sp>
        <p:sp>
          <p:nvSpPr>
            <p:cNvPr id="430" name="F1_0429_patch_408">
              <a:extLst>
                <a:ext uri="{FF2B5EF4-FFF2-40B4-BE49-F238E27FC236}">
                  <a16:creationId id="{634F47BC-3661-4AD8-AF1E-A8E8D5068B15}"/>
                </a:ext>
              </a:extLst>
            </p:cNvPr>
            <p:cNvSpPr>
              <a:spLocks/>
            </p:cNvSpPr>
            <p:nvPr/>
          </p:nvSpPr>
          <p:spPr>
            <a:xfrm>
              <a:off x="6489561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AC1B7"/>
            </a:solidFill>
            <a:ln w="12700" cap="flat">
              <a:noFill/>
              <a:round/>
            </a:ln>
          </p:spPr>
        </p:sp>
        <p:sp>
          <p:nvSpPr>
            <p:cNvPr id="431" name="F1_0430_patch_409">
              <a:extLst>
                <a:ext uri="{FF2B5EF4-FFF2-40B4-BE49-F238E27FC236}">
                  <a16:creationId id="{F91BC199-3C16-4BD2-BE12-697AC00FEBC7}"/>
                </a:ext>
              </a:extLst>
            </p:cNvPr>
            <p:cNvSpPr>
              <a:spLocks/>
            </p:cNvSpPr>
            <p:nvPr/>
          </p:nvSpPr>
          <p:spPr>
            <a:xfrm>
              <a:off x="649831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BC2B8"/>
            </a:solidFill>
            <a:ln w="12700" cap="flat">
              <a:noFill/>
              <a:round/>
            </a:ln>
          </p:spPr>
        </p:sp>
        <p:sp>
          <p:nvSpPr>
            <p:cNvPr id="432" name="F1_0431_patch_410">
              <a:extLst>
                <a:ext uri="{FF2B5EF4-FFF2-40B4-BE49-F238E27FC236}">
                  <a16:creationId id="{8F36F0C7-FF21-4020-9944-F9CD7F5AE52B}"/>
                </a:ext>
              </a:extLst>
            </p:cNvPr>
            <p:cNvSpPr>
              <a:spLocks/>
            </p:cNvSpPr>
            <p:nvPr/>
          </p:nvSpPr>
          <p:spPr>
            <a:xfrm>
              <a:off x="650706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BC3B9"/>
            </a:solidFill>
            <a:ln w="12700" cap="flat">
              <a:noFill/>
              <a:round/>
            </a:ln>
          </p:spPr>
        </p:sp>
        <p:sp>
          <p:nvSpPr>
            <p:cNvPr id="433" name="F1_0432_patch_411">
              <a:extLst>
                <a:ext uri="{FF2B5EF4-FFF2-40B4-BE49-F238E27FC236}">
                  <a16:creationId id="{6672C401-70D3-445F-A910-0F8E02F38730}"/>
                </a:ext>
              </a:extLst>
            </p:cNvPr>
            <p:cNvSpPr>
              <a:spLocks/>
            </p:cNvSpPr>
            <p:nvPr/>
          </p:nvSpPr>
          <p:spPr>
            <a:xfrm>
              <a:off x="6515814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BC4BA"/>
            </a:solidFill>
            <a:ln w="12700" cap="flat">
              <a:noFill/>
              <a:round/>
            </a:ln>
          </p:spPr>
        </p:sp>
        <p:sp>
          <p:nvSpPr>
            <p:cNvPr id="434" name="F1_0433_patch_412">
              <a:extLst>
                <a:ext uri="{FF2B5EF4-FFF2-40B4-BE49-F238E27FC236}">
                  <a16:creationId id="{DCF4A7D7-D007-40C3-AF8F-0D3F42CF2AF6}"/>
                </a:ext>
              </a:extLst>
            </p:cNvPr>
            <p:cNvSpPr>
              <a:spLocks/>
            </p:cNvSpPr>
            <p:nvPr/>
          </p:nvSpPr>
          <p:spPr>
            <a:xfrm>
              <a:off x="652456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CC5BC"/>
            </a:solidFill>
            <a:ln w="12700" cap="flat">
              <a:noFill/>
              <a:round/>
            </a:ln>
          </p:spPr>
        </p:sp>
        <p:sp>
          <p:nvSpPr>
            <p:cNvPr id="435" name="F1_0434_patch_413">
              <a:extLst>
                <a:ext uri="{FF2B5EF4-FFF2-40B4-BE49-F238E27FC236}">
                  <a16:creationId id="{9108611C-0AC4-4EDF-AD67-5EF2156871A2}"/>
                </a:ext>
              </a:extLst>
            </p:cNvPr>
            <p:cNvSpPr>
              <a:spLocks/>
            </p:cNvSpPr>
            <p:nvPr/>
          </p:nvSpPr>
          <p:spPr>
            <a:xfrm>
              <a:off x="653331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CC6BD"/>
            </a:solidFill>
            <a:ln w="12700" cap="flat">
              <a:noFill/>
              <a:round/>
            </a:ln>
          </p:spPr>
        </p:sp>
        <p:sp>
          <p:nvSpPr>
            <p:cNvPr id="436" name="F1_0435_patch_414">
              <a:extLst>
                <a:ext uri="{FF2B5EF4-FFF2-40B4-BE49-F238E27FC236}">
                  <a16:creationId id="{F3707CEE-ACCA-42FE-B3F3-4C0D811CC366}"/>
                </a:ext>
              </a:extLst>
            </p:cNvPr>
            <p:cNvSpPr>
              <a:spLocks/>
            </p:cNvSpPr>
            <p:nvPr/>
          </p:nvSpPr>
          <p:spPr>
            <a:xfrm>
              <a:off x="654206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CC7BE"/>
            </a:solidFill>
            <a:ln w="12700" cap="flat">
              <a:noFill/>
              <a:round/>
            </a:ln>
          </p:spPr>
        </p:sp>
        <p:sp>
          <p:nvSpPr>
            <p:cNvPr id="437" name="F1_0436_patch_415">
              <a:extLst>
                <a:ext uri="{FF2B5EF4-FFF2-40B4-BE49-F238E27FC236}">
                  <a16:creationId id="{04784F78-43E5-4117-B344-F9E4E139825F}"/>
                </a:ext>
              </a:extLst>
            </p:cNvPr>
            <p:cNvSpPr>
              <a:spLocks/>
            </p:cNvSpPr>
            <p:nvPr/>
          </p:nvSpPr>
          <p:spPr>
            <a:xfrm>
              <a:off x="6550819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DC8BF"/>
            </a:solidFill>
            <a:ln w="12700" cap="flat">
              <a:noFill/>
              <a:round/>
            </a:ln>
          </p:spPr>
        </p:sp>
        <p:sp>
          <p:nvSpPr>
            <p:cNvPr id="438" name="F1_0437_patch_416">
              <a:extLst>
                <a:ext uri="{FF2B5EF4-FFF2-40B4-BE49-F238E27FC236}">
                  <a16:creationId id="{8EBDA97E-CCDB-4414-B058-A5053DC819F8}"/>
                </a:ext>
              </a:extLst>
            </p:cNvPr>
            <p:cNvSpPr>
              <a:spLocks/>
            </p:cNvSpPr>
            <p:nvPr/>
          </p:nvSpPr>
          <p:spPr>
            <a:xfrm>
              <a:off x="655957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DC9C0"/>
            </a:solidFill>
            <a:ln w="12700" cap="flat">
              <a:noFill/>
              <a:round/>
            </a:ln>
          </p:spPr>
        </p:sp>
        <p:sp>
          <p:nvSpPr>
            <p:cNvPr id="439" name="F1_0438_patch_417">
              <a:extLst>
                <a:ext uri="{FF2B5EF4-FFF2-40B4-BE49-F238E27FC236}">
                  <a16:creationId id="{98DF3CC2-6E8A-4864-B9C1-9F7716AF3717}"/>
                </a:ext>
              </a:extLst>
            </p:cNvPr>
            <p:cNvSpPr>
              <a:spLocks/>
            </p:cNvSpPr>
            <p:nvPr/>
          </p:nvSpPr>
          <p:spPr>
            <a:xfrm>
              <a:off x="6568321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DCAC1"/>
            </a:solidFill>
            <a:ln w="12700" cap="flat">
              <a:noFill/>
              <a:round/>
            </a:ln>
          </p:spPr>
        </p:sp>
        <p:sp>
          <p:nvSpPr>
            <p:cNvPr id="440" name="F1_0439_patch_418">
              <a:extLst>
                <a:ext uri="{FF2B5EF4-FFF2-40B4-BE49-F238E27FC236}">
                  <a16:creationId id="{06147CE4-DD8A-489A-A227-6CB6CB8D3D18}"/>
                </a:ext>
              </a:extLst>
            </p:cNvPr>
            <p:cNvSpPr>
              <a:spLocks/>
            </p:cNvSpPr>
            <p:nvPr/>
          </p:nvSpPr>
          <p:spPr>
            <a:xfrm>
              <a:off x="657707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ECBC2"/>
            </a:solidFill>
            <a:ln w="12700" cap="flat">
              <a:noFill/>
              <a:round/>
            </a:ln>
          </p:spPr>
        </p:sp>
        <p:sp>
          <p:nvSpPr>
            <p:cNvPr id="441" name="F1_0440_patch_419">
              <a:extLst>
                <a:ext uri="{FF2B5EF4-FFF2-40B4-BE49-F238E27FC236}">
                  <a16:creationId id="{063ACF3F-5BA2-477F-9B26-566E08F61079}"/>
                </a:ext>
              </a:extLst>
            </p:cNvPr>
            <p:cNvSpPr>
              <a:spLocks/>
            </p:cNvSpPr>
            <p:nvPr/>
          </p:nvSpPr>
          <p:spPr>
            <a:xfrm>
              <a:off x="658582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ECCC4"/>
            </a:solidFill>
            <a:ln w="12700" cap="flat">
              <a:noFill/>
              <a:round/>
            </a:ln>
          </p:spPr>
        </p:sp>
        <p:sp>
          <p:nvSpPr>
            <p:cNvPr id="442" name="F1_0441_patch_420">
              <a:extLst>
                <a:ext uri="{FF2B5EF4-FFF2-40B4-BE49-F238E27FC236}">
                  <a16:creationId id="{3AB65E65-7F22-4DBF-AC90-A52656476351}"/>
                </a:ext>
              </a:extLst>
            </p:cNvPr>
            <p:cNvSpPr>
              <a:spLocks/>
            </p:cNvSpPr>
            <p:nvPr/>
          </p:nvSpPr>
          <p:spPr>
            <a:xfrm>
              <a:off x="6594574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ECDC5"/>
            </a:solidFill>
            <a:ln w="12700" cap="flat">
              <a:noFill/>
              <a:round/>
            </a:ln>
          </p:spPr>
        </p:sp>
        <p:sp>
          <p:nvSpPr>
            <p:cNvPr id="443" name="F1_0442_patch_421">
              <a:extLst>
                <a:ext uri="{FF2B5EF4-FFF2-40B4-BE49-F238E27FC236}">
                  <a16:creationId id="{8DBCF3E1-9485-4EA9-B8F9-3E48D1BA69F3}"/>
                </a:ext>
              </a:extLst>
            </p:cNvPr>
            <p:cNvSpPr>
              <a:spLocks/>
            </p:cNvSpPr>
            <p:nvPr/>
          </p:nvSpPr>
          <p:spPr>
            <a:xfrm>
              <a:off x="660332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FCEC6"/>
            </a:solidFill>
            <a:ln w="12700" cap="flat">
              <a:noFill/>
              <a:round/>
            </a:ln>
          </p:spPr>
        </p:sp>
        <p:sp>
          <p:nvSpPr>
            <p:cNvPr id="444" name="F1_0443_patch_422">
              <a:extLst>
                <a:ext uri="{FF2B5EF4-FFF2-40B4-BE49-F238E27FC236}">
                  <a16:creationId id="{7708A859-F656-45E4-874A-D6460061CA20}"/>
                </a:ext>
              </a:extLst>
            </p:cNvPr>
            <p:cNvSpPr>
              <a:spLocks/>
            </p:cNvSpPr>
            <p:nvPr/>
          </p:nvSpPr>
          <p:spPr>
            <a:xfrm>
              <a:off x="6612076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FCFC7"/>
            </a:solidFill>
            <a:ln w="12700" cap="flat">
              <a:noFill/>
              <a:round/>
            </a:ln>
          </p:spPr>
        </p:sp>
        <p:sp>
          <p:nvSpPr>
            <p:cNvPr id="445" name="F1_0444_patch_423">
              <a:extLst>
                <a:ext uri="{FF2B5EF4-FFF2-40B4-BE49-F238E27FC236}">
                  <a16:creationId id="{BC6938F8-F1AB-4923-8F21-93960C615877}"/>
                </a:ext>
              </a:extLst>
            </p:cNvPr>
            <p:cNvSpPr>
              <a:spLocks/>
            </p:cNvSpPr>
            <p:nvPr/>
          </p:nvSpPr>
          <p:spPr>
            <a:xfrm>
              <a:off x="662082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FD0C8"/>
            </a:solidFill>
            <a:ln w="12700" cap="flat">
              <a:noFill/>
              <a:round/>
            </a:ln>
          </p:spPr>
        </p:sp>
        <p:sp>
          <p:nvSpPr>
            <p:cNvPr id="446" name="F1_0445_patch_424">
              <a:extLst>
                <a:ext uri="{FF2B5EF4-FFF2-40B4-BE49-F238E27FC236}">
                  <a16:creationId id="{CB7871FF-7FE3-4CB8-B6FC-47A83CFE59AE}"/>
                </a:ext>
              </a:extLst>
            </p:cNvPr>
            <p:cNvSpPr>
              <a:spLocks/>
            </p:cNvSpPr>
            <p:nvPr/>
          </p:nvSpPr>
          <p:spPr>
            <a:xfrm>
              <a:off x="6629579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0D1C9"/>
            </a:solidFill>
            <a:ln w="12700" cap="flat">
              <a:noFill/>
              <a:round/>
            </a:ln>
          </p:spPr>
        </p:sp>
        <p:sp>
          <p:nvSpPr>
            <p:cNvPr id="447" name="F1_0446_patch_425">
              <a:extLst>
                <a:ext uri="{FF2B5EF4-FFF2-40B4-BE49-F238E27FC236}">
                  <a16:creationId id="{D383414C-88B5-4E17-BCA6-41FC5E2952D3}"/>
                </a:ext>
              </a:extLst>
            </p:cNvPr>
            <p:cNvSpPr>
              <a:spLocks/>
            </p:cNvSpPr>
            <p:nvPr/>
          </p:nvSpPr>
          <p:spPr>
            <a:xfrm>
              <a:off x="663833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0D2CB"/>
            </a:solidFill>
            <a:ln w="12700" cap="flat">
              <a:noFill/>
              <a:round/>
            </a:ln>
          </p:spPr>
        </p:sp>
        <p:sp>
          <p:nvSpPr>
            <p:cNvPr id="448" name="F1_0447_patch_426">
              <a:extLst>
                <a:ext uri="{FF2B5EF4-FFF2-40B4-BE49-F238E27FC236}">
                  <a16:creationId id="{783EC7FE-D667-45F1-BA06-D27C994C3F97}"/>
                </a:ext>
              </a:extLst>
            </p:cNvPr>
            <p:cNvSpPr>
              <a:spLocks/>
            </p:cNvSpPr>
            <p:nvPr/>
          </p:nvSpPr>
          <p:spPr>
            <a:xfrm>
              <a:off x="6647081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0D3CC"/>
            </a:solidFill>
            <a:ln w="12700" cap="flat">
              <a:noFill/>
              <a:round/>
            </a:ln>
          </p:spPr>
        </p:sp>
        <p:sp>
          <p:nvSpPr>
            <p:cNvPr id="449" name="F1_0448_patch_427">
              <a:extLst>
                <a:ext uri="{FF2B5EF4-FFF2-40B4-BE49-F238E27FC236}">
                  <a16:creationId id="{C6AC8840-C19E-4505-829A-429169BE41E8}"/>
                </a:ext>
              </a:extLst>
            </p:cNvPr>
            <p:cNvSpPr>
              <a:spLocks/>
            </p:cNvSpPr>
            <p:nvPr/>
          </p:nvSpPr>
          <p:spPr>
            <a:xfrm>
              <a:off x="665583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1D4CD"/>
            </a:solidFill>
            <a:ln w="12700" cap="flat">
              <a:noFill/>
              <a:round/>
            </a:ln>
          </p:spPr>
        </p:sp>
        <p:sp>
          <p:nvSpPr>
            <p:cNvPr id="450" name="F1_0449_patch_428">
              <a:extLst>
                <a:ext uri="{FF2B5EF4-FFF2-40B4-BE49-F238E27FC236}">
                  <a16:creationId id="{5FF8C589-92D7-446D-8D64-395BEEBD06AB}"/>
                </a:ext>
              </a:extLst>
            </p:cNvPr>
            <p:cNvSpPr>
              <a:spLocks/>
            </p:cNvSpPr>
            <p:nvPr/>
          </p:nvSpPr>
          <p:spPr>
            <a:xfrm>
              <a:off x="666458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1D5CE"/>
            </a:solidFill>
            <a:ln w="12700" cap="flat">
              <a:noFill/>
              <a:round/>
            </a:ln>
          </p:spPr>
        </p:sp>
        <p:sp>
          <p:nvSpPr>
            <p:cNvPr id="451" name="F1_0450_patch_429">
              <a:extLst>
                <a:ext uri="{FF2B5EF4-FFF2-40B4-BE49-F238E27FC236}">
                  <a16:creationId id="{0D3A86D8-65E1-41A2-B1B1-4753CF1A9E24}"/>
                </a:ext>
              </a:extLst>
            </p:cNvPr>
            <p:cNvSpPr>
              <a:spLocks/>
            </p:cNvSpPr>
            <p:nvPr/>
          </p:nvSpPr>
          <p:spPr>
            <a:xfrm>
              <a:off x="6673334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1D6CF"/>
            </a:solidFill>
            <a:ln w="12700" cap="flat">
              <a:noFill/>
              <a:round/>
            </a:ln>
          </p:spPr>
        </p:sp>
        <p:sp>
          <p:nvSpPr>
            <p:cNvPr id="452" name="F1_0451_patch_430">
              <a:extLst>
                <a:ext uri="{FF2B5EF4-FFF2-40B4-BE49-F238E27FC236}">
                  <a16:creationId id="{8790830B-3303-4D6E-BAD8-4BCC0814C3D1}"/>
                </a:ext>
              </a:extLst>
            </p:cNvPr>
            <p:cNvSpPr>
              <a:spLocks/>
            </p:cNvSpPr>
            <p:nvPr/>
          </p:nvSpPr>
          <p:spPr>
            <a:xfrm>
              <a:off x="668208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2D7D0"/>
            </a:solidFill>
            <a:ln w="12700" cap="flat">
              <a:noFill/>
              <a:round/>
            </a:ln>
          </p:spPr>
        </p:sp>
        <p:sp>
          <p:nvSpPr>
            <p:cNvPr id="453" name="F1_0452_patch_431">
              <a:extLst>
                <a:ext uri="{FF2B5EF4-FFF2-40B4-BE49-F238E27FC236}">
                  <a16:creationId id="{58686922-F358-4305-AAAE-A0A218992106}"/>
                </a:ext>
              </a:extLst>
            </p:cNvPr>
            <p:cNvSpPr>
              <a:spLocks/>
            </p:cNvSpPr>
            <p:nvPr/>
          </p:nvSpPr>
          <p:spPr>
            <a:xfrm>
              <a:off x="6690836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2D8D1"/>
            </a:solidFill>
            <a:ln w="12700" cap="flat">
              <a:noFill/>
              <a:round/>
            </a:ln>
          </p:spPr>
        </p:sp>
        <p:sp>
          <p:nvSpPr>
            <p:cNvPr id="454" name="F1_0453_patch_432">
              <a:extLst>
                <a:ext uri="{FF2B5EF4-FFF2-40B4-BE49-F238E27FC236}">
                  <a16:creationId id="{726E7691-8B35-4FDF-A76F-FF08306A082B}"/>
                </a:ext>
              </a:extLst>
            </p:cNvPr>
            <p:cNvSpPr>
              <a:spLocks/>
            </p:cNvSpPr>
            <p:nvPr/>
          </p:nvSpPr>
          <p:spPr>
            <a:xfrm>
              <a:off x="669958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2D9D3"/>
            </a:solidFill>
            <a:ln w="12700" cap="flat">
              <a:noFill/>
              <a:round/>
            </a:ln>
          </p:spPr>
        </p:sp>
        <p:sp>
          <p:nvSpPr>
            <p:cNvPr id="455" name="F1_0454_patch_433">
              <a:extLst>
                <a:ext uri="{FF2B5EF4-FFF2-40B4-BE49-F238E27FC236}">
                  <a16:creationId id="{E4921236-BA16-41D9-8875-E453DBB2D87F}"/>
                </a:ext>
              </a:extLst>
            </p:cNvPr>
            <p:cNvSpPr>
              <a:spLocks/>
            </p:cNvSpPr>
            <p:nvPr/>
          </p:nvSpPr>
          <p:spPr>
            <a:xfrm>
              <a:off x="670833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3DAD4"/>
            </a:solidFill>
            <a:ln w="12700" cap="flat">
              <a:noFill/>
              <a:round/>
            </a:ln>
          </p:spPr>
        </p:sp>
        <p:sp>
          <p:nvSpPr>
            <p:cNvPr id="456" name="F1_0455_patch_434">
              <a:extLst>
                <a:ext uri="{FF2B5EF4-FFF2-40B4-BE49-F238E27FC236}">
                  <a16:creationId id="{1B4BE7FF-66C9-439C-940B-995B9F7484B8}"/>
                </a:ext>
              </a:extLst>
            </p:cNvPr>
            <p:cNvSpPr>
              <a:spLocks/>
            </p:cNvSpPr>
            <p:nvPr/>
          </p:nvSpPr>
          <p:spPr>
            <a:xfrm>
              <a:off x="671709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3DBD5"/>
            </a:solidFill>
            <a:ln w="12700" cap="flat">
              <a:noFill/>
              <a:round/>
            </a:ln>
          </p:spPr>
        </p:sp>
        <p:sp>
          <p:nvSpPr>
            <p:cNvPr id="457" name="F1_0456_patch_435">
              <a:extLst>
                <a:ext uri="{FF2B5EF4-FFF2-40B4-BE49-F238E27FC236}">
                  <a16:creationId id="{B6A4A73F-A1B3-4039-95B0-7B00BFD01ED7}"/>
                </a:ext>
              </a:extLst>
            </p:cNvPr>
            <p:cNvSpPr>
              <a:spLocks/>
            </p:cNvSpPr>
            <p:nvPr/>
          </p:nvSpPr>
          <p:spPr>
            <a:xfrm>
              <a:off x="6725841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3DCD6"/>
            </a:solidFill>
            <a:ln w="12700" cap="flat">
              <a:noFill/>
              <a:round/>
            </a:ln>
          </p:spPr>
        </p:sp>
        <p:sp>
          <p:nvSpPr>
            <p:cNvPr id="458" name="F1_0457_patch_436">
              <a:extLst>
                <a:ext uri="{FF2B5EF4-FFF2-40B4-BE49-F238E27FC236}">
                  <a16:creationId id="{93D152D3-F360-4289-A534-9CD0EDC6C9A4}"/>
                </a:ext>
              </a:extLst>
            </p:cNvPr>
            <p:cNvSpPr>
              <a:spLocks/>
            </p:cNvSpPr>
            <p:nvPr/>
          </p:nvSpPr>
          <p:spPr>
            <a:xfrm>
              <a:off x="673459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4DDD7"/>
            </a:solidFill>
            <a:ln w="12700" cap="flat">
              <a:noFill/>
              <a:round/>
            </a:ln>
          </p:spPr>
        </p:sp>
        <p:sp>
          <p:nvSpPr>
            <p:cNvPr id="459" name="F1_0458_patch_437">
              <a:extLst>
                <a:ext uri="{FF2B5EF4-FFF2-40B4-BE49-F238E27FC236}">
                  <a16:creationId id="{E97DB077-7AFB-4BB5-A31F-A6257676C664}"/>
                </a:ext>
              </a:extLst>
            </p:cNvPr>
            <p:cNvSpPr>
              <a:spLocks/>
            </p:cNvSpPr>
            <p:nvPr/>
          </p:nvSpPr>
          <p:spPr>
            <a:xfrm>
              <a:off x="674334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4DED8"/>
            </a:solidFill>
            <a:ln w="12700" cap="flat">
              <a:noFill/>
              <a:round/>
            </a:ln>
          </p:spPr>
        </p:sp>
        <p:sp>
          <p:nvSpPr>
            <p:cNvPr id="460" name="F1_0459_patch_438">
              <a:extLst>
                <a:ext uri="{FF2B5EF4-FFF2-40B4-BE49-F238E27FC236}">
                  <a16:creationId id="{96B9E5EA-B2A0-402D-91CB-DE1ED98F1455}"/>
                </a:ext>
              </a:extLst>
            </p:cNvPr>
            <p:cNvSpPr>
              <a:spLocks/>
            </p:cNvSpPr>
            <p:nvPr/>
          </p:nvSpPr>
          <p:spPr>
            <a:xfrm>
              <a:off x="6752094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4DFDA"/>
            </a:solidFill>
            <a:ln w="12700" cap="flat">
              <a:noFill/>
              <a:round/>
            </a:ln>
          </p:spPr>
        </p:sp>
        <p:sp>
          <p:nvSpPr>
            <p:cNvPr id="461" name="F1_0460_patch_439">
              <a:extLst>
                <a:ext uri="{FF2B5EF4-FFF2-40B4-BE49-F238E27FC236}">
                  <a16:creationId id="{122A8C74-357D-4AB9-92DC-2F9EA3ADD3D9}"/>
                </a:ext>
              </a:extLst>
            </p:cNvPr>
            <p:cNvSpPr>
              <a:spLocks/>
            </p:cNvSpPr>
            <p:nvPr/>
          </p:nvSpPr>
          <p:spPr>
            <a:xfrm>
              <a:off x="676084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5E0DB"/>
            </a:solidFill>
            <a:ln w="12700" cap="flat">
              <a:noFill/>
              <a:round/>
            </a:ln>
          </p:spPr>
        </p:sp>
        <p:sp>
          <p:nvSpPr>
            <p:cNvPr id="462" name="F1_0461_patch_440">
              <a:extLst>
                <a:ext uri="{FF2B5EF4-FFF2-40B4-BE49-F238E27FC236}">
                  <a16:creationId id="{172DE9E9-70B4-49B4-BFBD-5AC57F54DA49}"/>
                </a:ext>
              </a:extLst>
            </p:cNvPr>
            <p:cNvSpPr>
              <a:spLocks/>
            </p:cNvSpPr>
            <p:nvPr/>
          </p:nvSpPr>
          <p:spPr>
            <a:xfrm>
              <a:off x="6769596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5E1DC"/>
            </a:solidFill>
            <a:ln w="12700" cap="flat">
              <a:noFill/>
              <a:round/>
            </a:ln>
          </p:spPr>
        </p:sp>
        <p:sp>
          <p:nvSpPr>
            <p:cNvPr id="463" name="F1_0462_patch_441">
              <a:extLst>
                <a:ext uri="{FF2B5EF4-FFF2-40B4-BE49-F238E27FC236}">
                  <a16:creationId id="{6B38B296-BB16-46AE-A164-E48C0AA7ABCD}"/>
                </a:ext>
              </a:extLst>
            </p:cNvPr>
            <p:cNvSpPr>
              <a:spLocks/>
            </p:cNvSpPr>
            <p:nvPr/>
          </p:nvSpPr>
          <p:spPr>
            <a:xfrm>
              <a:off x="677834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5E2DD"/>
            </a:solidFill>
            <a:ln w="12700" cap="flat">
              <a:noFill/>
              <a:round/>
            </a:ln>
          </p:spPr>
        </p:sp>
        <p:sp>
          <p:nvSpPr>
            <p:cNvPr id="464" name="F1_0463_patch_442">
              <a:extLst>
                <a:ext uri="{FF2B5EF4-FFF2-40B4-BE49-F238E27FC236}">
                  <a16:creationId id="{38718C9F-95ED-4C32-A9D4-B97A61C0F0A0}"/>
                </a:ext>
              </a:extLst>
            </p:cNvPr>
            <p:cNvSpPr>
              <a:spLocks/>
            </p:cNvSpPr>
            <p:nvPr/>
          </p:nvSpPr>
          <p:spPr>
            <a:xfrm>
              <a:off x="678709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6E3DE"/>
            </a:solidFill>
            <a:ln w="12700" cap="flat">
              <a:noFill/>
              <a:round/>
            </a:ln>
          </p:spPr>
        </p:sp>
        <p:sp>
          <p:nvSpPr>
            <p:cNvPr id="465" name="F1_0464_patch_443">
              <a:extLst>
                <a:ext uri="{FF2B5EF4-FFF2-40B4-BE49-F238E27FC236}">
                  <a16:creationId id="{FA76C2F0-0738-4C2D-BBC7-85D5E5F55E9C}"/>
                </a:ext>
              </a:extLst>
            </p:cNvPr>
            <p:cNvSpPr>
              <a:spLocks/>
            </p:cNvSpPr>
            <p:nvPr/>
          </p:nvSpPr>
          <p:spPr>
            <a:xfrm>
              <a:off x="6795849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6E4DF"/>
            </a:solidFill>
            <a:ln w="12700" cap="flat">
              <a:noFill/>
              <a:round/>
            </a:ln>
          </p:spPr>
        </p:sp>
        <p:sp>
          <p:nvSpPr>
            <p:cNvPr id="466" name="F1_0465_patch_444">
              <a:extLst>
                <a:ext uri="{FF2B5EF4-FFF2-40B4-BE49-F238E27FC236}">
                  <a16:creationId id="{38B88999-1EDA-4FA3-9511-E628F83576E2}"/>
                </a:ext>
              </a:extLst>
            </p:cNvPr>
            <p:cNvSpPr>
              <a:spLocks/>
            </p:cNvSpPr>
            <p:nvPr/>
          </p:nvSpPr>
          <p:spPr>
            <a:xfrm>
              <a:off x="680460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6E5E0"/>
            </a:solidFill>
            <a:ln w="12700" cap="flat">
              <a:noFill/>
              <a:round/>
            </a:ln>
          </p:spPr>
        </p:sp>
        <p:sp>
          <p:nvSpPr>
            <p:cNvPr id="467" name="F1_0466_patch_445">
              <a:extLst>
                <a:ext uri="{FF2B5EF4-FFF2-40B4-BE49-F238E27FC236}">
                  <a16:creationId id="{9247407A-D525-40C9-9147-99F7A9740E7B}"/>
                </a:ext>
              </a:extLst>
            </p:cNvPr>
            <p:cNvSpPr>
              <a:spLocks/>
            </p:cNvSpPr>
            <p:nvPr/>
          </p:nvSpPr>
          <p:spPr>
            <a:xfrm>
              <a:off x="681335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7E6E2"/>
            </a:solidFill>
            <a:ln w="12700" cap="flat">
              <a:noFill/>
              <a:round/>
            </a:ln>
          </p:spPr>
        </p:sp>
        <p:sp>
          <p:nvSpPr>
            <p:cNvPr id="468" name="F1_0467_patch_446">
              <a:extLst>
                <a:ext uri="{FF2B5EF4-FFF2-40B4-BE49-F238E27FC236}">
                  <a16:creationId id="{1028E388-52C2-490D-882D-04068D418947}"/>
                </a:ext>
              </a:extLst>
            </p:cNvPr>
            <p:cNvSpPr>
              <a:spLocks/>
            </p:cNvSpPr>
            <p:nvPr/>
          </p:nvSpPr>
          <p:spPr>
            <a:xfrm>
              <a:off x="682210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7E7E3"/>
            </a:solidFill>
            <a:ln w="12700" cap="flat">
              <a:noFill/>
              <a:round/>
            </a:ln>
          </p:spPr>
        </p:sp>
        <p:sp>
          <p:nvSpPr>
            <p:cNvPr id="469" name="F1_0468_patch_447">
              <a:extLst>
                <a:ext uri="{FF2B5EF4-FFF2-40B4-BE49-F238E27FC236}">
                  <a16:creationId id="{9283AC1F-F778-412D-8CC6-095A912AB53C}"/>
                </a:ext>
              </a:extLst>
            </p:cNvPr>
            <p:cNvSpPr>
              <a:spLocks/>
            </p:cNvSpPr>
            <p:nvPr/>
          </p:nvSpPr>
          <p:spPr>
            <a:xfrm>
              <a:off x="6830854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7E8E4"/>
            </a:solidFill>
            <a:ln w="12700" cap="flat">
              <a:noFill/>
              <a:round/>
            </a:ln>
          </p:spPr>
        </p:sp>
        <p:sp>
          <p:nvSpPr>
            <p:cNvPr id="470" name="F1_0469_patch_448">
              <a:extLst>
                <a:ext uri="{FF2B5EF4-FFF2-40B4-BE49-F238E27FC236}">
                  <a16:creationId id="{4C08A5D6-8409-41A9-81B7-1CA57DE2EF63}"/>
                </a:ext>
              </a:extLst>
            </p:cNvPr>
            <p:cNvSpPr>
              <a:spLocks/>
            </p:cNvSpPr>
            <p:nvPr/>
          </p:nvSpPr>
          <p:spPr>
            <a:xfrm>
              <a:off x="683960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8E9E5"/>
            </a:solidFill>
            <a:ln w="12700" cap="flat">
              <a:noFill/>
              <a:round/>
            </a:ln>
          </p:spPr>
        </p:sp>
        <p:sp>
          <p:nvSpPr>
            <p:cNvPr id="471" name="F1_0470_patch_449">
              <a:extLst>
                <a:ext uri="{FF2B5EF4-FFF2-40B4-BE49-F238E27FC236}">
                  <a16:creationId id="{030EC766-F632-4C46-A5CF-EBC09C483CBA}"/>
                </a:ext>
              </a:extLst>
            </p:cNvPr>
            <p:cNvSpPr>
              <a:spLocks/>
            </p:cNvSpPr>
            <p:nvPr/>
          </p:nvSpPr>
          <p:spPr>
            <a:xfrm>
              <a:off x="6848356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8EAE6"/>
            </a:solidFill>
            <a:ln w="12700" cap="flat">
              <a:noFill/>
              <a:round/>
            </a:ln>
          </p:spPr>
        </p:sp>
        <p:sp>
          <p:nvSpPr>
            <p:cNvPr id="472" name="F1_0471_patch_450">
              <a:extLst>
                <a:ext uri="{FF2B5EF4-FFF2-40B4-BE49-F238E27FC236}">
                  <a16:creationId id="{0D033FC9-CFD7-4B15-967F-E41B5FDA8BF9}"/>
                </a:ext>
              </a:extLst>
            </p:cNvPr>
            <p:cNvSpPr>
              <a:spLocks/>
            </p:cNvSpPr>
            <p:nvPr/>
          </p:nvSpPr>
          <p:spPr>
            <a:xfrm>
              <a:off x="685710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8EBE7"/>
            </a:solidFill>
            <a:ln w="12700" cap="flat">
              <a:noFill/>
              <a:round/>
            </a:ln>
          </p:spPr>
        </p:sp>
        <p:sp>
          <p:nvSpPr>
            <p:cNvPr id="473" name="F1_0472_patch_451">
              <a:extLst>
                <a:ext uri="{FF2B5EF4-FFF2-40B4-BE49-F238E27FC236}">
                  <a16:creationId id="{D120654C-7162-49E1-8424-94D83595FCE5}"/>
                </a:ext>
              </a:extLst>
            </p:cNvPr>
            <p:cNvSpPr>
              <a:spLocks/>
            </p:cNvSpPr>
            <p:nvPr/>
          </p:nvSpPr>
          <p:spPr>
            <a:xfrm>
              <a:off x="686585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9ECE9"/>
            </a:solidFill>
            <a:ln w="12700" cap="flat">
              <a:noFill/>
              <a:round/>
            </a:ln>
          </p:spPr>
        </p:sp>
        <p:sp>
          <p:nvSpPr>
            <p:cNvPr id="474" name="F1_0473_patch_452">
              <a:extLst>
                <a:ext uri="{FF2B5EF4-FFF2-40B4-BE49-F238E27FC236}">
                  <a16:creationId id="{02350BCE-4819-42E6-9C3D-B256702F3918}"/>
                </a:ext>
              </a:extLst>
            </p:cNvPr>
            <p:cNvSpPr>
              <a:spLocks/>
            </p:cNvSpPr>
            <p:nvPr/>
          </p:nvSpPr>
          <p:spPr>
            <a:xfrm>
              <a:off x="6874609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9EDEA"/>
            </a:solidFill>
            <a:ln w="12700" cap="flat">
              <a:noFill/>
              <a:round/>
            </a:ln>
          </p:spPr>
        </p:sp>
        <p:sp>
          <p:nvSpPr>
            <p:cNvPr id="475" name="F1_0474_patch_453">
              <a:extLst>
                <a:ext uri="{FF2B5EF4-FFF2-40B4-BE49-F238E27FC236}">
                  <a16:creationId id="{65D138F8-0CFA-4561-839A-595B6A687E59}"/>
                </a:ext>
              </a:extLst>
            </p:cNvPr>
            <p:cNvSpPr>
              <a:spLocks/>
            </p:cNvSpPr>
            <p:nvPr/>
          </p:nvSpPr>
          <p:spPr>
            <a:xfrm>
              <a:off x="688336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9EEEB"/>
            </a:solidFill>
            <a:ln w="12700" cap="flat">
              <a:noFill/>
              <a:round/>
            </a:ln>
          </p:spPr>
        </p:sp>
        <p:sp>
          <p:nvSpPr>
            <p:cNvPr id="476" name="F1_0475_patch_454">
              <a:extLst>
                <a:ext uri="{FF2B5EF4-FFF2-40B4-BE49-F238E27FC236}">
                  <a16:creationId id="{6142A892-44E1-4A07-AFE2-283D11034F8C}"/>
                </a:ext>
              </a:extLst>
            </p:cNvPr>
            <p:cNvSpPr>
              <a:spLocks/>
            </p:cNvSpPr>
            <p:nvPr/>
          </p:nvSpPr>
          <p:spPr>
            <a:xfrm>
              <a:off x="6892111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AEFEC"/>
            </a:solidFill>
            <a:ln w="12700" cap="flat">
              <a:noFill/>
              <a:round/>
            </a:ln>
          </p:spPr>
        </p:sp>
        <p:sp>
          <p:nvSpPr>
            <p:cNvPr id="477" name="F1_0476_patch_455">
              <a:extLst>
                <a:ext uri="{FF2B5EF4-FFF2-40B4-BE49-F238E27FC236}">
                  <a16:creationId id="{A153F04F-1427-425E-B0AE-60FCC69D274C}"/>
                </a:ext>
              </a:extLst>
            </p:cNvPr>
            <p:cNvSpPr>
              <a:spLocks/>
            </p:cNvSpPr>
            <p:nvPr/>
          </p:nvSpPr>
          <p:spPr>
            <a:xfrm>
              <a:off x="690086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AF0ED"/>
            </a:solidFill>
            <a:ln w="12700" cap="flat">
              <a:noFill/>
              <a:round/>
            </a:ln>
          </p:spPr>
        </p:sp>
        <p:sp>
          <p:nvSpPr>
            <p:cNvPr id="478" name="F1_0477_patch_456">
              <a:extLst>
                <a:ext uri="{FF2B5EF4-FFF2-40B4-BE49-F238E27FC236}">
                  <a16:creationId id="{BBAD3FB8-FAA6-4083-A72F-49C13C58E27B}"/>
                </a:ext>
              </a:extLst>
            </p:cNvPr>
            <p:cNvSpPr>
              <a:spLocks/>
            </p:cNvSpPr>
            <p:nvPr/>
          </p:nvSpPr>
          <p:spPr>
            <a:xfrm>
              <a:off x="6909614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AF1EE"/>
            </a:solidFill>
            <a:ln w="12700" cap="flat">
              <a:noFill/>
              <a:round/>
            </a:ln>
          </p:spPr>
        </p:sp>
        <p:sp>
          <p:nvSpPr>
            <p:cNvPr id="479" name="F1_0478_patch_457">
              <a:extLst>
                <a:ext uri="{FF2B5EF4-FFF2-40B4-BE49-F238E27FC236}">
                  <a16:creationId id="{A4884F10-19EB-4AA3-8DE1-A7A2A30D41FE}"/>
                </a:ext>
              </a:extLst>
            </p:cNvPr>
            <p:cNvSpPr>
              <a:spLocks/>
            </p:cNvSpPr>
            <p:nvPr/>
          </p:nvSpPr>
          <p:spPr>
            <a:xfrm>
              <a:off x="691836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BF2EF"/>
            </a:solidFill>
            <a:ln w="12700" cap="flat">
              <a:noFill/>
              <a:round/>
            </a:ln>
          </p:spPr>
        </p:sp>
        <p:sp>
          <p:nvSpPr>
            <p:cNvPr id="480" name="F1_0479_patch_458">
              <a:extLst>
                <a:ext uri="{FF2B5EF4-FFF2-40B4-BE49-F238E27FC236}">
                  <a16:creationId id="{A3679EB7-0AF9-466F-B33A-FA98A7803B76}"/>
                </a:ext>
              </a:extLst>
            </p:cNvPr>
            <p:cNvSpPr>
              <a:spLocks/>
            </p:cNvSpPr>
            <p:nvPr/>
          </p:nvSpPr>
          <p:spPr>
            <a:xfrm>
              <a:off x="6927116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BF3F1"/>
            </a:solidFill>
            <a:ln w="12700" cap="flat">
              <a:noFill/>
              <a:round/>
            </a:ln>
          </p:spPr>
        </p:sp>
        <p:sp>
          <p:nvSpPr>
            <p:cNvPr id="481" name="F1_0480_patch_459">
              <a:extLst>
                <a:ext uri="{FF2B5EF4-FFF2-40B4-BE49-F238E27FC236}">
                  <a16:creationId id="{64D82901-2EFD-4ADB-B627-3BA201B254A5}"/>
                </a:ext>
              </a:extLst>
            </p:cNvPr>
            <p:cNvSpPr>
              <a:spLocks/>
            </p:cNvSpPr>
            <p:nvPr/>
          </p:nvSpPr>
          <p:spPr>
            <a:xfrm>
              <a:off x="693586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BF4F2"/>
            </a:solidFill>
            <a:ln w="12700" cap="flat">
              <a:noFill/>
              <a:round/>
            </a:ln>
          </p:spPr>
        </p:sp>
        <p:sp>
          <p:nvSpPr>
            <p:cNvPr id="482" name="F1_0481_patch_460">
              <a:extLst>
                <a:ext uri="{FF2B5EF4-FFF2-40B4-BE49-F238E27FC236}">
                  <a16:creationId id="{BD97C085-3DE1-4A9C-B653-46B5572B60FC}"/>
                </a:ext>
              </a:extLst>
            </p:cNvPr>
            <p:cNvSpPr>
              <a:spLocks/>
            </p:cNvSpPr>
            <p:nvPr/>
          </p:nvSpPr>
          <p:spPr>
            <a:xfrm>
              <a:off x="694461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CF5F3"/>
            </a:solidFill>
            <a:ln w="12700" cap="flat">
              <a:noFill/>
              <a:round/>
            </a:ln>
          </p:spPr>
        </p:sp>
        <p:sp>
          <p:nvSpPr>
            <p:cNvPr id="483" name="F1_0482_patch_461">
              <a:extLst>
                <a:ext uri="{FF2B5EF4-FFF2-40B4-BE49-F238E27FC236}">
                  <a16:creationId id="{66CD8647-CB46-4A53-8D50-578876AD42F8}"/>
                </a:ext>
              </a:extLst>
            </p:cNvPr>
            <p:cNvSpPr>
              <a:spLocks/>
            </p:cNvSpPr>
            <p:nvPr/>
          </p:nvSpPr>
          <p:spPr>
            <a:xfrm>
              <a:off x="6953369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CF6F4"/>
            </a:solidFill>
            <a:ln w="12700" cap="flat">
              <a:noFill/>
              <a:round/>
            </a:ln>
          </p:spPr>
        </p:sp>
        <p:sp>
          <p:nvSpPr>
            <p:cNvPr id="484" name="F1_0483_patch_462">
              <a:extLst>
                <a:ext uri="{FF2B5EF4-FFF2-40B4-BE49-F238E27FC236}">
                  <a16:creationId id="{DD840F3C-C280-4B86-968F-33DBAA1F3EBC}"/>
                </a:ext>
              </a:extLst>
            </p:cNvPr>
            <p:cNvSpPr>
              <a:spLocks/>
            </p:cNvSpPr>
            <p:nvPr/>
          </p:nvSpPr>
          <p:spPr>
            <a:xfrm>
              <a:off x="696212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CF7F5"/>
            </a:solidFill>
            <a:ln w="12700" cap="flat">
              <a:noFill/>
              <a:round/>
            </a:ln>
          </p:spPr>
        </p:sp>
        <p:sp>
          <p:nvSpPr>
            <p:cNvPr id="485" name="F1_0484_patch_463">
              <a:extLst>
                <a:ext uri="{FF2B5EF4-FFF2-40B4-BE49-F238E27FC236}">
                  <a16:creationId id="{11D8F2A8-EBA2-4078-BA93-13EBA7CDA40E}"/>
                </a:ext>
              </a:extLst>
            </p:cNvPr>
            <p:cNvSpPr>
              <a:spLocks/>
            </p:cNvSpPr>
            <p:nvPr/>
          </p:nvSpPr>
          <p:spPr>
            <a:xfrm>
              <a:off x="6970871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DF8F6"/>
            </a:solidFill>
            <a:ln w="12700" cap="flat">
              <a:noFill/>
              <a:round/>
            </a:ln>
          </p:spPr>
        </p:sp>
        <p:sp>
          <p:nvSpPr>
            <p:cNvPr id="486" name="F1_0485_patch_464">
              <a:extLst>
                <a:ext uri="{FF2B5EF4-FFF2-40B4-BE49-F238E27FC236}">
                  <a16:creationId id="{B1EE870A-5FB9-46C1-96D4-E281A7FA3F79}"/>
                </a:ext>
              </a:extLst>
            </p:cNvPr>
            <p:cNvSpPr>
              <a:spLocks/>
            </p:cNvSpPr>
            <p:nvPr/>
          </p:nvSpPr>
          <p:spPr>
            <a:xfrm>
              <a:off x="697962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DF9F8"/>
            </a:solidFill>
            <a:ln w="12700" cap="flat">
              <a:noFill/>
              <a:round/>
            </a:ln>
          </p:spPr>
        </p:sp>
        <p:sp>
          <p:nvSpPr>
            <p:cNvPr id="487" name="F1_0486_patch_465">
              <a:extLst>
                <a:ext uri="{FF2B5EF4-FFF2-40B4-BE49-F238E27FC236}">
                  <a16:creationId id="{F8AAAC1E-49C8-43FF-8C63-F7D8C014D7BA}"/>
                </a:ext>
              </a:extLst>
            </p:cNvPr>
            <p:cNvSpPr>
              <a:spLocks/>
            </p:cNvSpPr>
            <p:nvPr/>
          </p:nvSpPr>
          <p:spPr>
            <a:xfrm>
              <a:off x="698837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DFAF9"/>
            </a:solidFill>
            <a:ln w="12700" cap="flat">
              <a:noFill/>
              <a:round/>
            </a:ln>
          </p:spPr>
        </p:sp>
        <p:sp>
          <p:nvSpPr>
            <p:cNvPr id="488" name="F1_0487_patch_466">
              <a:extLst>
                <a:ext uri="{FF2B5EF4-FFF2-40B4-BE49-F238E27FC236}">
                  <a16:creationId id="{FA78B341-0523-4F97-945F-26A72154CA3E}"/>
                </a:ext>
              </a:extLst>
            </p:cNvPr>
            <p:cNvSpPr>
              <a:spLocks/>
            </p:cNvSpPr>
            <p:nvPr/>
          </p:nvSpPr>
          <p:spPr>
            <a:xfrm>
              <a:off x="699712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BFA"/>
            </a:solidFill>
            <a:ln w="12700" cap="flat">
              <a:noFill/>
              <a:round/>
            </a:ln>
          </p:spPr>
        </p:sp>
        <p:sp>
          <p:nvSpPr>
            <p:cNvPr id="489" name="F1_0488_patch_467">
              <a:extLst>
                <a:ext uri="{FF2B5EF4-FFF2-40B4-BE49-F238E27FC236}">
                  <a16:creationId id="{940AAD48-F118-4EB4-B292-C2DCF0333148}"/>
                </a:ext>
              </a:extLst>
            </p:cNvPr>
            <p:cNvSpPr>
              <a:spLocks/>
            </p:cNvSpPr>
            <p:nvPr/>
          </p:nvSpPr>
          <p:spPr>
            <a:xfrm>
              <a:off x="7005876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CFB"/>
            </a:solidFill>
            <a:ln w="12700" cap="flat">
              <a:noFill/>
              <a:round/>
            </a:ln>
          </p:spPr>
        </p:sp>
        <p:sp>
          <p:nvSpPr>
            <p:cNvPr id="490" name="F1_0489_patch_468">
              <a:extLst>
                <a:ext uri="{FF2B5EF4-FFF2-40B4-BE49-F238E27FC236}">
                  <a16:creationId id="{6AA5CE3E-0BB0-49C8-93E7-531770922AC5}"/>
                </a:ext>
              </a:extLst>
            </p:cNvPr>
            <p:cNvSpPr>
              <a:spLocks/>
            </p:cNvSpPr>
            <p:nvPr/>
          </p:nvSpPr>
          <p:spPr>
            <a:xfrm>
              <a:off x="701462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DFC"/>
            </a:solidFill>
            <a:ln w="12700" cap="flat">
              <a:noFill/>
              <a:round/>
            </a:ln>
          </p:spPr>
        </p:sp>
        <p:sp>
          <p:nvSpPr>
            <p:cNvPr id="491" name="F1_0490_patch_469">
              <a:extLst>
                <a:ext uri="{FF2B5EF4-FFF2-40B4-BE49-F238E27FC236}">
                  <a16:creationId id="{6D972C97-B5A5-4886-8C7A-D0046A2E93E5}"/>
                </a:ext>
              </a:extLst>
            </p:cNvPr>
            <p:cNvSpPr>
              <a:spLocks/>
            </p:cNvSpPr>
            <p:nvPr/>
          </p:nvSpPr>
          <p:spPr>
            <a:xfrm>
              <a:off x="702337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EFD"/>
            </a:solidFill>
            <a:ln w="12700" cap="flat">
              <a:noFill/>
              <a:round/>
            </a:ln>
          </p:spPr>
        </p:sp>
        <p:sp>
          <p:nvSpPr>
            <p:cNvPr id="492" name="F1_0491_patch_470">
              <a:extLst>
                <a:ext uri="{FF2B5EF4-FFF2-40B4-BE49-F238E27FC236}">
                  <a16:creationId id="{F0EC24DF-F073-441D-B7B1-3EF5378C8BA0}"/>
                </a:ext>
              </a:extLst>
            </p:cNvPr>
            <p:cNvSpPr>
              <a:spLocks/>
            </p:cNvSpPr>
            <p:nvPr/>
          </p:nvSpPr>
          <p:spPr>
            <a:xfrm>
              <a:off x="7032129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E"/>
            </a:solidFill>
            <a:ln w="12700" cap="flat">
              <a:noFill/>
              <a:round/>
            </a:ln>
          </p:spPr>
        </p:sp>
        <p:sp>
          <p:nvSpPr>
            <p:cNvPr id="493" name="F1_0492_patch_471">
              <a:extLst>
                <a:ext uri="{FF2B5EF4-FFF2-40B4-BE49-F238E27FC236}">
                  <a16:creationId id="{2D2CD40E-9593-45E2-B32F-F145B3F0522D}"/>
                </a:ext>
              </a:extLst>
            </p:cNvPr>
            <p:cNvSpPr>
              <a:spLocks/>
            </p:cNvSpPr>
            <p:nvPr/>
          </p:nvSpPr>
          <p:spPr>
            <a:xfrm>
              <a:off x="704088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EFFFF"/>
            </a:solidFill>
            <a:ln w="12700" cap="flat">
              <a:noFill/>
              <a:round/>
            </a:ln>
          </p:spPr>
        </p:sp>
        <p:sp>
          <p:nvSpPr>
            <p:cNvPr id="494" name="F1_0493_patch_472">
              <a:extLst>
                <a:ext uri="{FF2B5EF4-FFF2-40B4-BE49-F238E27FC236}">
                  <a16:creationId id="{750C8D45-7F7B-46DC-B573-5327B0B1234A}"/>
                </a:ext>
              </a:extLst>
            </p:cNvPr>
            <p:cNvSpPr>
              <a:spLocks/>
            </p:cNvSpPr>
            <p:nvPr/>
          </p:nvSpPr>
          <p:spPr>
            <a:xfrm>
              <a:off x="7049631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DFEFE"/>
            </a:solidFill>
            <a:ln w="12700" cap="flat">
              <a:noFill/>
              <a:round/>
            </a:ln>
          </p:spPr>
        </p:sp>
        <p:sp>
          <p:nvSpPr>
            <p:cNvPr id="495" name="F1_0494_patch_473">
              <a:extLst>
                <a:ext uri="{FF2B5EF4-FFF2-40B4-BE49-F238E27FC236}">
                  <a16:creationId id="{1596426F-A9F9-4F1D-8F94-B66BD8AA8432}"/>
                </a:ext>
              </a:extLst>
            </p:cNvPr>
            <p:cNvSpPr>
              <a:spLocks/>
            </p:cNvSpPr>
            <p:nvPr/>
          </p:nvSpPr>
          <p:spPr>
            <a:xfrm>
              <a:off x="705838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CFDFD"/>
            </a:solidFill>
            <a:ln w="12700" cap="flat">
              <a:noFill/>
              <a:round/>
            </a:ln>
          </p:spPr>
        </p:sp>
        <p:sp>
          <p:nvSpPr>
            <p:cNvPr id="496" name="F1_0495_patch_474">
              <a:extLst>
                <a:ext uri="{FF2B5EF4-FFF2-40B4-BE49-F238E27FC236}">
                  <a16:creationId id="{7EE73487-0238-432A-A74F-CA907DCFF37C}"/>
                </a:ext>
              </a:extLst>
            </p:cNvPr>
            <p:cNvSpPr>
              <a:spLocks/>
            </p:cNvSpPr>
            <p:nvPr/>
          </p:nvSpPr>
          <p:spPr>
            <a:xfrm>
              <a:off x="706713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AFCFC"/>
            </a:solidFill>
            <a:ln w="12700" cap="flat">
              <a:noFill/>
              <a:round/>
            </a:ln>
          </p:spPr>
        </p:sp>
        <p:sp>
          <p:nvSpPr>
            <p:cNvPr id="497" name="F1_0496_patch_475">
              <a:extLst>
                <a:ext uri="{FF2B5EF4-FFF2-40B4-BE49-F238E27FC236}">
                  <a16:creationId id="{59667D66-F590-4F0F-9308-C1E028C9275C}"/>
                </a:ext>
              </a:extLst>
            </p:cNvPr>
            <p:cNvSpPr>
              <a:spLocks/>
            </p:cNvSpPr>
            <p:nvPr/>
          </p:nvSpPr>
          <p:spPr>
            <a:xfrm>
              <a:off x="7075884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9FCFB"/>
            </a:solidFill>
            <a:ln w="12700" cap="flat">
              <a:noFill/>
              <a:round/>
            </a:ln>
          </p:spPr>
        </p:sp>
        <p:sp>
          <p:nvSpPr>
            <p:cNvPr id="498" name="F1_0497_patch_476">
              <a:extLst>
                <a:ext uri="{FF2B5EF4-FFF2-40B4-BE49-F238E27FC236}">
                  <a16:creationId id="{0EBDB95F-D50A-403F-BB9E-70FED022599E}"/>
                </a:ext>
              </a:extLst>
            </p:cNvPr>
            <p:cNvSpPr>
              <a:spLocks/>
            </p:cNvSpPr>
            <p:nvPr/>
          </p:nvSpPr>
          <p:spPr>
            <a:xfrm>
              <a:off x="708463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7FBFA"/>
            </a:solidFill>
            <a:ln w="12700" cap="flat">
              <a:noFill/>
              <a:round/>
            </a:ln>
          </p:spPr>
        </p:sp>
        <p:sp>
          <p:nvSpPr>
            <p:cNvPr id="499" name="F1_0498_patch_477">
              <a:extLst>
                <a:ext uri="{FF2B5EF4-FFF2-40B4-BE49-F238E27FC236}">
                  <a16:creationId id="{8C1D0035-7AC8-47AC-97B7-D5589DF2E860}"/>
                </a:ext>
              </a:extLst>
            </p:cNvPr>
            <p:cNvSpPr>
              <a:spLocks/>
            </p:cNvSpPr>
            <p:nvPr/>
          </p:nvSpPr>
          <p:spPr>
            <a:xfrm>
              <a:off x="709338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6FAF9"/>
            </a:solidFill>
            <a:ln w="12700" cap="flat">
              <a:noFill/>
              <a:round/>
            </a:ln>
          </p:spPr>
        </p:sp>
        <p:sp>
          <p:nvSpPr>
            <p:cNvPr id="500" name="F1_0499_patch_478">
              <a:extLst>
                <a:ext uri="{FF2B5EF4-FFF2-40B4-BE49-F238E27FC236}">
                  <a16:creationId id="{50B1D927-C77F-40F8-BEC2-D9C63B7C6ABE}"/>
                </a:ext>
              </a:extLst>
            </p:cNvPr>
            <p:cNvSpPr>
              <a:spLocks/>
            </p:cNvSpPr>
            <p:nvPr/>
          </p:nvSpPr>
          <p:spPr>
            <a:xfrm>
              <a:off x="710213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5F9F8"/>
            </a:solidFill>
            <a:ln w="12700" cap="flat">
              <a:noFill/>
              <a:round/>
            </a:ln>
          </p:spPr>
        </p:sp>
        <p:sp>
          <p:nvSpPr>
            <p:cNvPr id="501" name="F1_0500_patch_479">
              <a:extLst>
                <a:ext uri="{FF2B5EF4-FFF2-40B4-BE49-F238E27FC236}">
                  <a16:creationId id="{9DBCCA4D-D63B-48AF-AFD4-8C6E1393F6B8}"/>
                </a:ext>
              </a:extLst>
            </p:cNvPr>
            <p:cNvSpPr>
              <a:spLocks/>
            </p:cNvSpPr>
            <p:nvPr/>
          </p:nvSpPr>
          <p:spPr>
            <a:xfrm>
              <a:off x="7110889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3F8F7"/>
            </a:solidFill>
            <a:ln w="12700" cap="flat">
              <a:noFill/>
              <a:round/>
            </a:ln>
          </p:spPr>
        </p:sp>
        <p:sp>
          <p:nvSpPr>
            <p:cNvPr id="502" name="F1_0501_patch_480">
              <a:extLst>
                <a:ext uri="{FF2B5EF4-FFF2-40B4-BE49-F238E27FC236}">
                  <a16:creationId id="{AADFCA68-A6B5-4763-AF61-35C3D4FF5624}"/>
                </a:ext>
              </a:extLst>
            </p:cNvPr>
            <p:cNvSpPr>
              <a:spLocks/>
            </p:cNvSpPr>
            <p:nvPr/>
          </p:nvSpPr>
          <p:spPr>
            <a:xfrm>
              <a:off x="711964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2F8F6"/>
            </a:solidFill>
            <a:ln w="12700" cap="flat">
              <a:noFill/>
              <a:round/>
            </a:ln>
          </p:spPr>
        </p:sp>
        <p:sp>
          <p:nvSpPr>
            <p:cNvPr id="503" name="F1_0502_patch_481">
              <a:extLst>
                <a:ext uri="{FF2B5EF4-FFF2-40B4-BE49-F238E27FC236}">
                  <a16:creationId id="{AE591EA7-46A4-4ABA-8EB3-58A27E2E89F0}"/>
                </a:ext>
              </a:extLst>
            </p:cNvPr>
            <p:cNvSpPr>
              <a:spLocks/>
            </p:cNvSpPr>
            <p:nvPr/>
          </p:nvSpPr>
          <p:spPr>
            <a:xfrm>
              <a:off x="7128391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1F7F5"/>
            </a:solidFill>
            <a:ln w="12700" cap="flat">
              <a:noFill/>
              <a:round/>
            </a:ln>
          </p:spPr>
        </p:sp>
        <p:sp>
          <p:nvSpPr>
            <p:cNvPr id="504" name="F1_0503_patch_482">
              <a:extLst>
                <a:ext uri="{FF2B5EF4-FFF2-40B4-BE49-F238E27FC236}">
                  <a16:creationId id="{700415D5-7CDA-46B5-BBC2-9FB276260281}"/>
                </a:ext>
              </a:extLst>
            </p:cNvPr>
            <p:cNvSpPr>
              <a:spLocks/>
            </p:cNvSpPr>
            <p:nvPr/>
          </p:nvSpPr>
          <p:spPr>
            <a:xfrm>
              <a:off x="713714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FF6F4"/>
            </a:solidFill>
            <a:ln w="12700" cap="flat">
              <a:noFill/>
              <a:round/>
            </a:ln>
          </p:spPr>
        </p:sp>
        <p:sp>
          <p:nvSpPr>
            <p:cNvPr id="505" name="F1_0504_patch_483">
              <a:extLst>
                <a:ext uri="{FF2B5EF4-FFF2-40B4-BE49-F238E27FC236}">
                  <a16:creationId id="{E0A3A6CD-1DC9-423A-856A-02DE2E8D4E2B}"/>
                </a:ext>
              </a:extLst>
            </p:cNvPr>
            <p:cNvSpPr>
              <a:spLocks/>
            </p:cNvSpPr>
            <p:nvPr/>
          </p:nvSpPr>
          <p:spPr>
            <a:xfrm>
              <a:off x="714589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EF5F3"/>
            </a:solidFill>
            <a:ln w="12700" cap="flat">
              <a:noFill/>
              <a:round/>
            </a:ln>
          </p:spPr>
        </p:sp>
        <p:sp>
          <p:nvSpPr>
            <p:cNvPr id="506" name="F1_0505_patch_484">
              <a:extLst>
                <a:ext uri="{FF2B5EF4-FFF2-40B4-BE49-F238E27FC236}">
                  <a16:creationId id="{C343FABC-246E-4015-903F-220EFE1AED68}"/>
                </a:ext>
              </a:extLst>
            </p:cNvPr>
            <p:cNvSpPr>
              <a:spLocks/>
            </p:cNvSpPr>
            <p:nvPr/>
          </p:nvSpPr>
          <p:spPr>
            <a:xfrm>
              <a:off x="7154644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CF5F2"/>
            </a:solidFill>
            <a:ln w="12700" cap="flat">
              <a:noFill/>
              <a:round/>
            </a:ln>
          </p:spPr>
        </p:sp>
        <p:sp>
          <p:nvSpPr>
            <p:cNvPr id="507" name="F1_0506_patch_485">
              <a:extLst>
                <a:ext uri="{FF2B5EF4-FFF2-40B4-BE49-F238E27FC236}">
                  <a16:creationId id="{D0993E5C-73C6-4993-9855-D90BBA26E35F}"/>
                </a:ext>
              </a:extLst>
            </p:cNvPr>
            <p:cNvSpPr>
              <a:spLocks/>
            </p:cNvSpPr>
            <p:nvPr/>
          </p:nvSpPr>
          <p:spPr>
            <a:xfrm>
              <a:off x="716339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BF4F1"/>
            </a:solidFill>
            <a:ln w="12700" cap="flat">
              <a:noFill/>
              <a:round/>
            </a:ln>
          </p:spPr>
        </p:sp>
        <p:sp>
          <p:nvSpPr>
            <p:cNvPr id="508" name="F1_0507_patch_486">
              <a:extLst>
                <a:ext uri="{FF2B5EF4-FFF2-40B4-BE49-F238E27FC236}">
                  <a16:creationId id="{7AF34F3F-2310-40CE-BE22-71ADA2E7A5FB}"/>
                </a:ext>
              </a:extLst>
            </p:cNvPr>
            <p:cNvSpPr>
              <a:spLocks/>
            </p:cNvSpPr>
            <p:nvPr/>
          </p:nvSpPr>
          <p:spPr>
            <a:xfrm>
              <a:off x="7172146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AF3F0"/>
            </a:solidFill>
            <a:ln w="12700" cap="flat">
              <a:noFill/>
              <a:round/>
            </a:ln>
          </p:spPr>
        </p:sp>
        <p:sp>
          <p:nvSpPr>
            <p:cNvPr id="509" name="F1_0508_patch_487">
              <a:extLst>
                <a:ext uri="{FF2B5EF4-FFF2-40B4-BE49-F238E27FC236}">
                  <a16:creationId id="{10E2004A-AD02-4F0E-8C1B-C59795FF5EE5}"/>
                </a:ext>
              </a:extLst>
            </p:cNvPr>
            <p:cNvSpPr>
              <a:spLocks/>
            </p:cNvSpPr>
            <p:nvPr/>
          </p:nvSpPr>
          <p:spPr>
            <a:xfrm>
              <a:off x="718089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8F2EF"/>
            </a:solidFill>
            <a:ln w="12700" cap="flat">
              <a:noFill/>
              <a:round/>
            </a:ln>
          </p:spPr>
        </p:sp>
        <p:sp>
          <p:nvSpPr>
            <p:cNvPr id="510" name="F1_0509_patch_488">
              <a:extLst>
                <a:ext uri="{FF2B5EF4-FFF2-40B4-BE49-F238E27FC236}">
                  <a16:creationId id="{97F12A6F-F6DF-49AD-BC08-60B5B6DD3BE1}"/>
                </a:ext>
              </a:extLst>
            </p:cNvPr>
            <p:cNvSpPr>
              <a:spLocks/>
            </p:cNvSpPr>
            <p:nvPr/>
          </p:nvSpPr>
          <p:spPr>
            <a:xfrm>
              <a:off x="7189649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7F1EF"/>
            </a:solidFill>
            <a:ln w="12700" cap="flat">
              <a:noFill/>
              <a:round/>
            </a:ln>
          </p:spPr>
        </p:sp>
        <p:sp>
          <p:nvSpPr>
            <p:cNvPr id="511" name="F1_0510_patch_489">
              <a:extLst>
                <a:ext uri="{FF2B5EF4-FFF2-40B4-BE49-F238E27FC236}">
                  <a16:creationId id="{B673D7F3-E69D-48B5-B398-67435C22C61C}"/>
                </a:ext>
              </a:extLst>
            </p:cNvPr>
            <p:cNvSpPr>
              <a:spLocks/>
            </p:cNvSpPr>
            <p:nvPr/>
          </p:nvSpPr>
          <p:spPr>
            <a:xfrm>
              <a:off x="719840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5F1EE"/>
            </a:solidFill>
            <a:ln w="12700" cap="flat">
              <a:noFill/>
              <a:round/>
            </a:ln>
          </p:spPr>
        </p:sp>
        <p:sp>
          <p:nvSpPr>
            <p:cNvPr id="512" name="F1_0511_patch_490">
              <a:extLst>
                <a:ext uri="{FF2B5EF4-FFF2-40B4-BE49-F238E27FC236}">
                  <a16:creationId id="{0B76836B-34B6-4DE6-9A82-3A50413FA7C7}"/>
                </a:ext>
              </a:extLst>
            </p:cNvPr>
            <p:cNvSpPr>
              <a:spLocks/>
            </p:cNvSpPr>
            <p:nvPr/>
          </p:nvSpPr>
          <p:spPr>
            <a:xfrm>
              <a:off x="7207151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4F0ED"/>
            </a:solidFill>
            <a:ln w="12700" cap="flat">
              <a:noFill/>
              <a:round/>
            </a:ln>
          </p:spPr>
        </p:sp>
        <p:sp>
          <p:nvSpPr>
            <p:cNvPr id="513" name="F1_0512_patch_491">
              <a:extLst>
                <a:ext uri="{FF2B5EF4-FFF2-40B4-BE49-F238E27FC236}">
                  <a16:creationId id="{FB524729-541C-413C-A21F-06A01145F4D8}"/>
                </a:ext>
              </a:extLst>
            </p:cNvPr>
            <p:cNvSpPr>
              <a:spLocks/>
            </p:cNvSpPr>
            <p:nvPr/>
          </p:nvSpPr>
          <p:spPr>
            <a:xfrm>
              <a:off x="721590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3EFEC"/>
            </a:solidFill>
            <a:ln w="12700" cap="flat">
              <a:noFill/>
              <a:round/>
            </a:ln>
          </p:spPr>
        </p:sp>
        <p:sp>
          <p:nvSpPr>
            <p:cNvPr id="514" name="F1_0513_patch_492">
              <a:extLst>
                <a:ext uri="{FF2B5EF4-FFF2-40B4-BE49-F238E27FC236}">
                  <a16:creationId id="{9F9110C3-40F0-4421-87CC-4722D35EE76E}"/>
                </a:ext>
              </a:extLst>
            </p:cNvPr>
            <p:cNvSpPr>
              <a:spLocks/>
            </p:cNvSpPr>
            <p:nvPr/>
          </p:nvSpPr>
          <p:spPr>
            <a:xfrm>
              <a:off x="722465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1EEEB"/>
            </a:solidFill>
            <a:ln w="12700" cap="flat">
              <a:noFill/>
              <a:round/>
            </a:ln>
          </p:spPr>
        </p:sp>
        <p:sp>
          <p:nvSpPr>
            <p:cNvPr id="515" name="F1_0514_patch_493">
              <a:extLst>
                <a:ext uri="{FF2B5EF4-FFF2-40B4-BE49-F238E27FC236}">
                  <a16:creationId id="{10804C2A-8107-4AFE-96CE-DFCBFE7D60F3}"/>
                </a:ext>
              </a:extLst>
            </p:cNvPr>
            <p:cNvSpPr>
              <a:spLocks/>
            </p:cNvSpPr>
            <p:nvPr/>
          </p:nvSpPr>
          <p:spPr>
            <a:xfrm>
              <a:off x="7233404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E0EEEA"/>
            </a:solidFill>
            <a:ln w="12700" cap="flat">
              <a:noFill/>
              <a:round/>
            </a:ln>
          </p:spPr>
        </p:sp>
        <p:sp>
          <p:nvSpPr>
            <p:cNvPr id="516" name="F1_0515_patch_494">
              <a:extLst>
                <a:ext uri="{FF2B5EF4-FFF2-40B4-BE49-F238E27FC236}">
                  <a16:creationId id="{A9178986-C2CE-466F-B438-052F0F42F14C}"/>
                </a:ext>
              </a:extLst>
            </p:cNvPr>
            <p:cNvSpPr>
              <a:spLocks/>
            </p:cNvSpPr>
            <p:nvPr/>
          </p:nvSpPr>
          <p:spPr>
            <a:xfrm>
              <a:off x="724215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FEDE9"/>
            </a:solidFill>
            <a:ln w="12700" cap="flat">
              <a:noFill/>
              <a:round/>
            </a:ln>
          </p:spPr>
        </p:sp>
        <p:sp>
          <p:nvSpPr>
            <p:cNvPr id="517" name="F1_0516_patch_495">
              <a:extLst>
                <a:ext uri="{FF2B5EF4-FFF2-40B4-BE49-F238E27FC236}">
                  <a16:creationId id="{B27D27EE-92F1-4471-A1FB-910E86A1A501}"/>
                </a:ext>
              </a:extLst>
            </p:cNvPr>
            <p:cNvSpPr>
              <a:spLocks/>
            </p:cNvSpPr>
            <p:nvPr/>
          </p:nvSpPr>
          <p:spPr>
            <a:xfrm>
              <a:off x="7250906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DECE8"/>
            </a:solidFill>
            <a:ln w="12700" cap="flat">
              <a:noFill/>
              <a:round/>
            </a:ln>
          </p:spPr>
        </p:sp>
        <p:sp>
          <p:nvSpPr>
            <p:cNvPr id="518" name="F1_0517_patch_496">
              <a:extLst>
                <a:ext uri="{FF2B5EF4-FFF2-40B4-BE49-F238E27FC236}">
                  <a16:creationId id="{F15CEB8C-1765-4240-A0DA-DD5D1E96F7DF}"/>
                </a:ext>
              </a:extLst>
            </p:cNvPr>
            <p:cNvSpPr>
              <a:spLocks/>
            </p:cNvSpPr>
            <p:nvPr/>
          </p:nvSpPr>
          <p:spPr>
            <a:xfrm>
              <a:off x="725965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CEBE7"/>
            </a:solidFill>
            <a:ln w="12700" cap="flat">
              <a:noFill/>
              <a:round/>
            </a:ln>
          </p:spPr>
        </p:sp>
        <p:sp>
          <p:nvSpPr>
            <p:cNvPr id="519" name="F1_0518_patch_497">
              <a:extLst>
                <a:ext uri="{FF2B5EF4-FFF2-40B4-BE49-F238E27FC236}">
                  <a16:creationId id="{EDC61C36-A6AE-414D-BBF6-D92ED5F06FCB}"/>
                </a:ext>
              </a:extLst>
            </p:cNvPr>
            <p:cNvSpPr>
              <a:spLocks/>
            </p:cNvSpPr>
            <p:nvPr/>
          </p:nvSpPr>
          <p:spPr>
            <a:xfrm>
              <a:off x="726840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AEAE6"/>
            </a:solidFill>
            <a:ln w="12700" cap="flat">
              <a:noFill/>
              <a:round/>
            </a:ln>
          </p:spPr>
        </p:sp>
        <p:sp>
          <p:nvSpPr>
            <p:cNvPr id="520" name="F1_0519_patch_498">
              <a:extLst>
                <a:ext uri="{FF2B5EF4-FFF2-40B4-BE49-F238E27FC236}">
                  <a16:creationId id="{6CFA84C8-10DB-4A02-9814-B5EC9BFD7349}"/>
                </a:ext>
              </a:extLst>
            </p:cNvPr>
            <p:cNvSpPr>
              <a:spLocks/>
            </p:cNvSpPr>
            <p:nvPr/>
          </p:nvSpPr>
          <p:spPr>
            <a:xfrm>
              <a:off x="727716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9EAE5"/>
            </a:solidFill>
            <a:ln w="12700" cap="flat">
              <a:noFill/>
              <a:round/>
            </a:ln>
          </p:spPr>
        </p:sp>
        <p:sp>
          <p:nvSpPr>
            <p:cNvPr id="521" name="F1_0520_patch_499">
              <a:extLst>
                <a:ext uri="{FF2B5EF4-FFF2-40B4-BE49-F238E27FC236}">
                  <a16:creationId id="{622ABBF5-DA4F-447B-ABF9-454BE1697D64}"/>
                </a:ext>
              </a:extLst>
            </p:cNvPr>
            <p:cNvSpPr>
              <a:spLocks/>
            </p:cNvSpPr>
            <p:nvPr/>
          </p:nvSpPr>
          <p:spPr>
            <a:xfrm>
              <a:off x="7285911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8E9E4"/>
            </a:solidFill>
            <a:ln w="12700" cap="flat">
              <a:noFill/>
              <a:round/>
            </a:ln>
          </p:spPr>
        </p:sp>
        <p:sp>
          <p:nvSpPr>
            <p:cNvPr id="522" name="F1_0521_patch_500">
              <a:extLst>
                <a:ext uri="{FF2B5EF4-FFF2-40B4-BE49-F238E27FC236}">
                  <a16:creationId id="{AC919F35-2D29-412F-AA91-FD9C9226E713}"/>
                </a:ext>
              </a:extLst>
            </p:cNvPr>
            <p:cNvSpPr>
              <a:spLocks/>
            </p:cNvSpPr>
            <p:nvPr/>
          </p:nvSpPr>
          <p:spPr>
            <a:xfrm>
              <a:off x="729466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6E8E3"/>
            </a:solidFill>
            <a:ln w="12700" cap="flat">
              <a:noFill/>
              <a:round/>
            </a:ln>
          </p:spPr>
        </p:sp>
        <p:sp>
          <p:nvSpPr>
            <p:cNvPr id="523" name="F1_0522_patch_501">
              <a:extLst>
                <a:ext uri="{FF2B5EF4-FFF2-40B4-BE49-F238E27FC236}">
                  <a16:creationId id="{ECE7FA55-8811-4F74-8C30-5EE8BE0AAA2C}"/>
                </a:ext>
              </a:extLst>
            </p:cNvPr>
            <p:cNvSpPr>
              <a:spLocks/>
            </p:cNvSpPr>
            <p:nvPr/>
          </p:nvSpPr>
          <p:spPr>
            <a:xfrm>
              <a:off x="730341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5E7E2"/>
            </a:solidFill>
            <a:ln w="12700" cap="flat">
              <a:noFill/>
              <a:round/>
            </a:ln>
          </p:spPr>
        </p:sp>
        <p:sp>
          <p:nvSpPr>
            <p:cNvPr id="524" name="F1_0523_patch_502">
              <a:extLst>
                <a:ext uri="{FF2B5EF4-FFF2-40B4-BE49-F238E27FC236}">
                  <a16:creationId id="{17CFB7D9-5644-4190-8BA8-D7C631CB4878}"/>
                </a:ext>
              </a:extLst>
            </p:cNvPr>
            <p:cNvSpPr>
              <a:spLocks/>
            </p:cNvSpPr>
            <p:nvPr/>
          </p:nvSpPr>
          <p:spPr>
            <a:xfrm>
              <a:off x="7312164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4E7E1"/>
            </a:solidFill>
            <a:ln w="12700" cap="flat">
              <a:noFill/>
              <a:round/>
            </a:ln>
          </p:spPr>
        </p:sp>
        <p:sp>
          <p:nvSpPr>
            <p:cNvPr id="525" name="F1_0524_patch_503">
              <a:extLst>
                <a:ext uri="{FF2B5EF4-FFF2-40B4-BE49-F238E27FC236}">
                  <a16:creationId id="{1BDA3128-0571-4226-8736-BEEF92FAE893}"/>
                </a:ext>
              </a:extLst>
            </p:cNvPr>
            <p:cNvSpPr>
              <a:spLocks/>
            </p:cNvSpPr>
            <p:nvPr/>
          </p:nvSpPr>
          <p:spPr>
            <a:xfrm>
              <a:off x="732091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2E6E0"/>
            </a:solidFill>
            <a:ln w="12700" cap="flat">
              <a:noFill/>
              <a:round/>
            </a:ln>
          </p:spPr>
        </p:sp>
        <p:sp>
          <p:nvSpPr>
            <p:cNvPr id="526" name="F1_0525_patch_504">
              <a:extLst>
                <a:ext uri="{FF2B5EF4-FFF2-40B4-BE49-F238E27FC236}">
                  <a16:creationId id="{8A6258DD-4670-47DB-8FFC-DA2923D5ECBF}"/>
                </a:ext>
              </a:extLst>
            </p:cNvPr>
            <p:cNvSpPr>
              <a:spLocks/>
            </p:cNvSpPr>
            <p:nvPr/>
          </p:nvSpPr>
          <p:spPr>
            <a:xfrm>
              <a:off x="7329666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D1E5DF"/>
            </a:solidFill>
            <a:ln w="12700" cap="flat">
              <a:noFill/>
              <a:round/>
            </a:ln>
          </p:spPr>
        </p:sp>
        <p:sp>
          <p:nvSpPr>
            <p:cNvPr id="527" name="F1_0526_patch_505">
              <a:extLst>
                <a:ext uri="{FF2B5EF4-FFF2-40B4-BE49-F238E27FC236}">
                  <a16:creationId id="{2E645259-9E81-4C1B-9331-9DF91F679AD8}"/>
                </a:ext>
              </a:extLst>
            </p:cNvPr>
            <p:cNvSpPr>
              <a:spLocks/>
            </p:cNvSpPr>
            <p:nvPr/>
          </p:nvSpPr>
          <p:spPr>
            <a:xfrm>
              <a:off x="733841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CFE4DF"/>
            </a:solidFill>
            <a:ln w="12700" cap="flat">
              <a:noFill/>
              <a:round/>
            </a:ln>
          </p:spPr>
        </p:sp>
        <p:sp>
          <p:nvSpPr>
            <p:cNvPr id="528" name="F1_0527_patch_506">
              <a:extLst>
                <a:ext uri="{FF2B5EF4-FFF2-40B4-BE49-F238E27FC236}">
                  <a16:creationId id="{EFFFF4BD-69A3-4A10-8755-B52E194D56DC}"/>
                </a:ext>
              </a:extLst>
            </p:cNvPr>
            <p:cNvSpPr>
              <a:spLocks/>
            </p:cNvSpPr>
            <p:nvPr/>
          </p:nvSpPr>
          <p:spPr>
            <a:xfrm>
              <a:off x="734716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CEE3DE"/>
            </a:solidFill>
            <a:ln w="12700" cap="flat">
              <a:noFill/>
              <a:round/>
            </a:ln>
          </p:spPr>
        </p:sp>
        <p:sp>
          <p:nvSpPr>
            <p:cNvPr id="529" name="F1_0528_patch_507">
              <a:extLst>
                <a:ext uri="{FF2B5EF4-FFF2-40B4-BE49-F238E27FC236}">
                  <a16:creationId id="{EB8C91B9-4B92-44CB-B703-5DA1EE0F4EDA}"/>
                </a:ext>
              </a:extLst>
            </p:cNvPr>
            <p:cNvSpPr>
              <a:spLocks/>
            </p:cNvSpPr>
            <p:nvPr/>
          </p:nvSpPr>
          <p:spPr>
            <a:xfrm>
              <a:off x="7355919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CDE3DD"/>
            </a:solidFill>
            <a:ln w="12700" cap="flat">
              <a:noFill/>
              <a:round/>
            </a:ln>
          </p:spPr>
        </p:sp>
        <p:sp>
          <p:nvSpPr>
            <p:cNvPr id="530" name="F1_0529_patch_508">
              <a:extLst>
                <a:ext uri="{FF2B5EF4-FFF2-40B4-BE49-F238E27FC236}">
                  <a16:creationId id="{5F1FC97E-BA6A-48DC-BCBC-588382DB2000}"/>
                </a:ext>
              </a:extLst>
            </p:cNvPr>
            <p:cNvSpPr>
              <a:spLocks/>
            </p:cNvSpPr>
            <p:nvPr/>
          </p:nvSpPr>
          <p:spPr>
            <a:xfrm>
              <a:off x="736467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CBE2DC"/>
            </a:solidFill>
            <a:ln w="12700" cap="flat">
              <a:noFill/>
              <a:round/>
            </a:ln>
          </p:spPr>
        </p:sp>
        <p:sp>
          <p:nvSpPr>
            <p:cNvPr id="531" name="F1_0530_patch_509">
              <a:extLst>
                <a:ext uri="{FF2B5EF4-FFF2-40B4-BE49-F238E27FC236}">
                  <a16:creationId id="{AC24F742-1410-4798-931E-C59783852A46}"/>
                </a:ext>
              </a:extLst>
            </p:cNvPr>
            <p:cNvSpPr>
              <a:spLocks/>
            </p:cNvSpPr>
            <p:nvPr/>
          </p:nvSpPr>
          <p:spPr>
            <a:xfrm>
              <a:off x="737342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CAE1DB"/>
            </a:solidFill>
            <a:ln w="12700" cap="flat">
              <a:noFill/>
              <a:round/>
            </a:ln>
          </p:spPr>
        </p:sp>
        <p:sp>
          <p:nvSpPr>
            <p:cNvPr id="532" name="F1_0531_patch_510">
              <a:extLst>
                <a:ext uri="{FF2B5EF4-FFF2-40B4-BE49-F238E27FC236}">
                  <a16:creationId id="{744314B0-379E-41A9-9F67-36D6E482A2F8}"/>
                </a:ext>
              </a:extLst>
            </p:cNvPr>
            <p:cNvSpPr>
              <a:spLocks/>
            </p:cNvSpPr>
            <p:nvPr/>
          </p:nvSpPr>
          <p:spPr>
            <a:xfrm>
              <a:off x="738217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C8E0DA"/>
            </a:solidFill>
            <a:ln w="12700" cap="flat">
              <a:noFill/>
              <a:round/>
            </a:ln>
          </p:spPr>
        </p:sp>
        <p:sp>
          <p:nvSpPr>
            <p:cNvPr id="533" name="F1_0532_patch_511">
              <a:extLst>
                <a:ext uri="{FF2B5EF4-FFF2-40B4-BE49-F238E27FC236}">
                  <a16:creationId id="{9C1FC57A-A4B0-4395-ACB4-E0280BD56ABF}"/>
                </a:ext>
              </a:extLst>
            </p:cNvPr>
            <p:cNvSpPr>
              <a:spLocks/>
            </p:cNvSpPr>
            <p:nvPr/>
          </p:nvSpPr>
          <p:spPr>
            <a:xfrm>
              <a:off x="7390924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C7E0D9"/>
            </a:solidFill>
            <a:ln w="12700" cap="flat">
              <a:noFill/>
              <a:round/>
            </a:ln>
          </p:spPr>
        </p:sp>
        <p:sp>
          <p:nvSpPr>
            <p:cNvPr id="534" name="F1_0533_patch_512">
              <a:extLst>
                <a:ext uri="{FF2B5EF4-FFF2-40B4-BE49-F238E27FC236}">
                  <a16:creationId id="{3EFAD20A-D538-47CE-B105-85125ECC0B47}"/>
                </a:ext>
              </a:extLst>
            </p:cNvPr>
            <p:cNvSpPr>
              <a:spLocks/>
            </p:cNvSpPr>
            <p:nvPr/>
          </p:nvSpPr>
          <p:spPr>
            <a:xfrm>
              <a:off x="739967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C6DFD8"/>
            </a:solidFill>
            <a:ln w="12700" cap="flat">
              <a:noFill/>
              <a:round/>
            </a:ln>
          </p:spPr>
        </p:sp>
        <p:sp>
          <p:nvSpPr>
            <p:cNvPr id="535" name="F1_0534_patch_513">
              <a:extLst>
                <a:ext uri="{FF2B5EF4-FFF2-40B4-BE49-F238E27FC236}">
                  <a16:creationId id="{C7A85E60-D4E6-4C68-84A4-B497330E32A7}"/>
                </a:ext>
              </a:extLst>
            </p:cNvPr>
            <p:cNvSpPr>
              <a:spLocks/>
            </p:cNvSpPr>
            <p:nvPr/>
          </p:nvSpPr>
          <p:spPr>
            <a:xfrm>
              <a:off x="7408426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C4DED7"/>
            </a:solidFill>
            <a:ln w="12700" cap="flat">
              <a:noFill/>
              <a:round/>
            </a:ln>
          </p:spPr>
        </p:sp>
        <p:sp>
          <p:nvSpPr>
            <p:cNvPr id="536" name="F1_0535_patch_514">
              <a:extLst>
                <a:ext uri="{FF2B5EF4-FFF2-40B4-BE49-F238E27FC236}">
                  <a16:creationId id="{2BD06AF2-BD7A-43F6-A4DB-F1E8D6E2CC4A}"/>
                </a:ext>
              </a:extLst>
            </p:cNvPr>
            <p:cNvSpPr>
              <a:spLocks/>
            </p:cNvSpPr>
            <p:nvPr/>
          </p:nvSpPr>
          <p:spPr>
            <a:xfrm>
              <a:off x="741717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C3DDD6"/>
            </a:solidFill>
            <a:ln w="12700" cap="flat">
              <a:noFill/>
              <a:round/>
            </a:ln>
          </p:spPr>
        </p:sp>
        <p:sp>
          <p:nvSpPr>
            <p:cNvPr id="537" name="F1_0536_patch_515">
              <a:extLst>
                <a:ext uri="{FF2B5EF4-FFF2-40B4-BE49-F238E27FC236}">
                  <a16:creationId id="{3A0A0863-6BDD-46D1-8554-8B69C578275D}"/>
                </a:ext>
              </a:extLst>
            </p:cNvPr>
            <p:cNvSpPr>
              <a:spLocks/>
            </p:cNvSpPr>
            <p:nvPr/>
          </p:nvSpPr>
          <p:spPr>
            <a:xfrm>
              <a:off x="742592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C2DCD5"/>
            </a:solidFill>
            <a:ln w="12700" cap="flat">
              <a:noFill/>
              <a:round/>
            </a:ln>
          </p:spPr>
        </p:sp>
        <p:sp>
          <p:nvSpPr>
            <p:cNvPr id="538" name="F1_0537_patch_516">
              <a:extLst>
                <a:ext uri="{FF2B5EF4-FFF2-40B4-BE49-F238E27FC236}">
                  <a16:creationId id="{B070515A-1B7B-4227-AEC2-CCD953C299FE}"/>
                </a:ext>
              </a:extLst>
            </p:cNvPr>
            <p:cNvSpPr>
              <a:spLocks/>
            </p:cNvSpPr>
            <p:nvPr/>
          </p:nvSpPr>
          <p:spPr>
            <a:xfrm>
              <a:off x="7434679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C0DCD4"/>
            </a:solidFill>
            <a:ln w="12700" cap="flat">
              <a:noFill/>
              <a:round/>
            </a:ln>
          </p:spPr>
        </p:sp>
        <p:sp>
          <p:nvSpPr>
            <p:cNvPr id="539" name="F1_0538_patch_517">
              <a:extLst>
                <a:ext uri="{FF2B5EF4-FFF2-40B4-BE49-F238E27FC236}">
                  <a16:creationId id="{0BEE506D-0CC1-4DB3-BDFE-FFC0B49819AB}"/>
                </a:ext>
              </a:extLst>
            </p:cNvPr>
            <p:cNvSpPr>
              <a:spLocks/>
            </p:cNvSpPr>
            <p:nvPr/>
          </p:nvSpPr>
          <p:spPr>
            <a:xfrm>
              <a:off x="744343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BFDBD3"/>
            </a:solidFill>
            <a:ln w="12700" cap="flat">
              <a:noFill/>
              <a:round/>
            </a:ln>
          </p:spPr>
        </p:sp>
        <p:sp>
          <p:nvSpPr>
            <p:cNvPr id="540" name="F1_0539_patch_518">
              <a:extLst>
                <a:ext uri="{FF2B5EF4-FFF2-40B4-BE49-F238E27FC236}">
                  <a16:creationId id="{BD217F74-DCC0-44BB-B40F-95F0E640A77E}"/>
                </a:ext>
              </a:extLst>
            </p:cNvPr>
            <p:cNvSpPr>
              <a:spLocks/>
            </p:cNvSpPr>
            <p:nvPr/>
          </p:nvSpPr>
          <p:spPr>
            <a:xfrm>
              <a:off x="7452181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BDDAD2"/>
            </a:solidFill>
            <a:ln w="12700" cap="flat">
              <a:noFill/>
              <a:round/>
            </a:ln>
          </p:spPr>
        </p:sp>
        <p:sp>
          <p:nvSpPr>
            <p:cNvPr id="541" name="F1_0540_patch_519">
              <a:extLst>
                <a:ext uri="{FF2B5EF4-FFF2-40B4-BE49-F238E27FC236}">
                  <a16:creationId id="{A6EB643B-ECA9-4817-B5DA-318B723469BD}"/>
                </a:ext>
              </a:extLst>
            </p:cNvPr>
            <p:cNvSpPr>
              <a:spLocks/>
            </p:cNvSpPr>
            <p:nvPr/>
          </p:nvSpPr>
          <p:spPr>
            <a:xfrm>
              <a:off x="746093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BCD9D1"/>
            </a:solidFill>
            <a:ln w="12700" cap="flat">
              <a:noFill/>
              <a:round/>
            </a:ln>
          </p:spPr>
        </p:sp>
        <p:sp>
          <p:nvSpPr>
            <p:cNvPr id="542" name="F1_0541_patch_520">
              <a:extLst>
                <a:ext uri="{FF2B5EF4-FFF2-40B4-BE49-F238E27FC236}">
                  <a16:creationId id="{3B0D6F72-0807-400B-919F-7B2C7384926E}"/>
                </a:ext>
              </a:extLst>
            </p:cNvPr>
            <p:cNvSpPr>
              <a:spLocks/>
            </p:cNvSpPr>
            <p:nvPr/>
          </p:nvSpPr>
          <p:spPr>
            <a:xfrm>
              <a:off x="7469684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BBD9D0"/>
            </a:solidFill>
            <a:ln w="12700" cap="flat">
              <a:noFill/>
              <a:round/>
            </a:ln>
          </p:spPr>
        </p:sp>
        <p:sp>
          <p:nvSpPr>
            <p:cNvPr id="543" name="F1_0542_patch_521">
              <a:extLst>
                <a:ext uri="{FF2B5EF4-FFF2-40B4-BE49-F238E27FC236}">
                  <a16:creationId id="{80F44493-CD15-47A6-B539-340D943FBC00}"/>
                </a:ext>
              </a:extLst>
            </p:cNvPr>
            <p:cNvSpPr>
              <a:spLocks/>
            </p:cNvSpPr>
            <p:nvPr/>
          </p:nvSpPr>
          <p:spPr>
            <a:xfrm>
              <a:off x="747843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B9D8CF"/>
            </a:solidFill>
            <a:ln w="12700" cap="flat">
              <a:noFill/>
              <a:round/>
            </a:ln>
          </p:spPr>
        </p:sp>
        <p:sp>
          <p:nvSpPr>
            <p:cNvPr id="544" name="F1_0543_patch_522">
              <a:extLst>
                <a:ext uri="{FF2B5EF4-FFF2-40B4-BE49-F238E27FC236}">
                  <a16:creationId id="{1158207B-560D-472C-B3E5-9A088CBE4283}"/>
                </a:ext>
              </a:extLst>
            </p:cNvPr>
            <p:cNvSpPr>
              <a:spLocks/>
            </p:cNvSpPr>
            <p:nvPr/>
          </p:nvSpPr>
          <p:spPr>
            <a:xfrm>
              <a:off x="7487186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B8D7CF"/>
            </a:solidFill>
            <a:ln w="12700" cap="flat">
              <a:noFill/>
              <a:round/>
            </a:ln>
          </p:spPr>
        </p:sp>
        <p:sp>
          <p:nvSpPr>
            <p:cNvPr id="545" name="F1_0544_patch_523">
              <a:extLst>
                <a:ext uri="{FF2B5EF4-FFF2-40B4-BE49-F238E27FC236}">
                  <a16:creationId id="{0167C712-F17F-4FAD-8DC5-902B70D4AC51}"/>
                </a:ext>
              </a:extLst>
            </p:cNvPr>
            <p:cNvSpPr>
              <a:spLocks/>
            </p:cNvSpPr>
            <p:nvPr/>
          </p:nvSpPr>
          <p:spPr>
            <a:xfrm>
              <a:off x="749593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B7D6CE"/>
            </a:solidFill>
            <a:ln w="12700" cap="flat">
              <a:noFill/>
              <a:round/>
            </a:ln>
          </p:spPr>
        </p:sp>
        <p:sp>
          <p:nvSpPr>
            <p:cNvPr id="546" name="F1_0545_patch_524">
              <a:extLst>
                <a:ext uri="{FF2B5EF4-FFF2-40B4-BE49-F238E27FC236}">
                  <a16:creationId id="{3DDC67C7-DAC3-4F7D-B55A-977387E95697}"/>
                </a:ext>
              </a:extLst>
            </p:cNvPr>
            <p:cNvSpPr>
              <a:spLocks/>
            </p:cNvSpPr>
            <p:nvPr/>
          </p:nvSpPr>
          <p:spPr>
            <a:xfrm>
              <a:off x="750468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B5D5CD"/>
            </a:solidFill>
            <a:ln w="12700" cap="flat">
              <a:noFill/>
              <a:round/>
            </a:ln>
          </p:spPr>
        </p:sp>
        <p:sp>
          <p:nvSpPr>
            <p:cNvPr id="547" name="F1_0546_patch_525">
              <a:extLst>
                <a:ext uri="{FF2B5EF4-FFF2-40B4-BE49-F238E27FC236}">
                  <a16:creationId id="{8929F323-6702-4E1D-9583-D2653F0BF6AD}"/>
                </a:ext>
              </a:extLst>
            </p:cNvPr>
            <p:cNvSpPr>
              <a:spLocks/>
            </p:cNvSpPr>
            <p:nvPr/>
          </p:nvSpPr>
          <p:spPr>
            <a:xfrm>
              <a:off x="7513439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B4D5CC"/>
            </a:solidFill>
            <a:ln w="12700" cap="flat">
              <a:noFill/>
              <a:round/>
            </a:ln>
          </p:spPr>
        </p:sp>
        <p:sp>
          <p:nvSpPr>
            <p:cNvPr id="548" name="F1_0547_patch_526">
              <a:extLst>
                <a:ext uri="{FF2B5EF4-FFF2-40B4-BE49-F238E27FC236}">
                  <a16:creationId id="{813B2E7E-4DD7-4A8D-9ECF-BB0EBD86E5C6}"/>
                </a:ext>
              </a:extLst>
            </p:cNvPr>
            <p:cNvSpPr>
              <a:spLocks/>
            </p:cNvSpPr>
            <p:nvPr/>
          </p:nvSpPr>
          <p:spPr>
            <a:xfrm>
              <a:off x="752219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B2D4CB"/>
            </a:solidFill>
            <a:ln w="12700" cap="flat">
              <a:noFill/>
              <a:round/>
            </a:ln>
          </p:spPr>
        </p:sp>
        <p:sp>
          <p:nvSpPr>
            <p:cNvPr id="549" name="F1_0548_patch_527">
              <a:extLst>
                <a:ext uri="{FF2B5EF4-FFF2-40B4-BE49-F238E27FC236}">
                  <a16:creationId id="{AE447EC4-5721-4136-BB35-D828A6FCAD56}"/>
                </a:ext>
              </a:extLst>
            </p:cNvPr>
            <p:cNvSpPr>
              <a:spLocks/>
            </p:cNvSpPr>
            <p:nvPr/>
          </p:nvSpPr>
          <p:spPr>
            <a:xfrm>
              <a:off x="7530941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B1D3CA"/>
            </a:solidFill>
            <a:ln w="12700" cap="flat">
              <a:noFill/>
              <a:round/>
            </a:ln>
          </p:spPr>
        </p:sp>
        <p:sp>
          <p:nvSpPr>
            <p:cNvPr id="550" name="F1_0549_patch_528">
              <a:extLst>
                <a:ext uri="{FF2B5EF4-FFF2-40B4-BE49-F238E27FC236}">
                  <a16:creationId id="{E9C73F60-A2B1-4354-85EF-4C7DA4DB131A}"/>
                </a:ext>
              </a:extLst>
            </p:cNvPr>
            <p:cNvSpPr>
              <a:spLocks/>
            </p:cNvSpPr>
            <p:nvPr/>
          </p:nvSpPr>
          <p:spPr>
            <a:xfrm>
              <a:off x="753969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B0D2C9"/>
            </a:solidFill>
            <a:ln w="12700" cap="flat">
              <a:noFill/>
              <a:round/>
            </a:ln>
          </p:spPr>
        </p:sp>
        <p:sp>
          <p:nvSpPr>
            <p:cNvPr id="551" name="F1_0550_patch_529">
              <a:extLst>
                <a:ext uri="{FF2B5EF4-FFF2-40B4-BE49-F238E27FC236}">
                  <a16:creationId id="{2BF0E97D-E83A-4731-9995-6A769DAB58DD}"/>
                </a:ext>
              </a:extLst>
            </p:cNvPr>
            <p:cNvSpPr>
              <a:spLocks/>
            </p:cNvSpPr>
            <p:nvPr/>
          </p:nvSpPr>
          <p:spPr>
            <a:xfrm>
              <a:off x="754844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AED2C8"/>
            </a:solidFill>
            <a:ln w="12700" cap="flat">
              <a:noFill/>
              <a:round/>
            </a:ln>
          </p:spPr>
        </p:sp>
        <p:sp>
          <p:nvSpPr>
            <p:cNvPr id="552" name="F1_0551_patch_530">
              <a:extLst>
                <a:ext uri="{FF2B5EF4-FFF2-40B4-BE49-F238E27FC236}">
                  <a16:creationId id="{1BFBF495-80CD-467A-9C56-39ABE27D17DC}"/>
                </a:ext>
              </a:extLst>
            </p:cNvPr>
            <p:cNvSpPr>
              <a:spLocks/>
            </p:cNvSpPr>
            <p:nvPr/>
          </p:nvSpPr>
          <p:spPr>
            <a:xfrm>
              <a:off x="755719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ADD1C7"/>
            </a:solidFill>
            <a:ln w="12700" cap="flat">
              <a:noFill/>
              <a:round/>
            </a:ln>
          </p:spPr>
        </p:sp>
        <p:sp>
          <p:nvSpPr>
            <p:cNvPr id="553" name="F1_0552_patch_531">
              <a:extLst>
                <a:ext uri="{FF2B5EF4-FFF2-40B4-BE49-F238E27FC236}">
                  <a16:creationId id="{DEC7B058-487E-490E-BE5C-04E9C2AB88AF}"/>
                </a:ext>
              </a:extLst>
            </p:cNvPr>
            <p:cNvSpPr>
              <a:spLocks/>
            </p:cNvSpPr>
            <p:nvPr/>
          </p:nvSpPr>
          <p:spPr>
            <a:xfrm>
              <a:off x="7565946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ABD0C6"/>
            </a:solidFill>
            <a:ln w="12700" cap="flat">
              <a:noFill/>
              <a:round/>
            </a:ln>
          </p:spPr>
        </p:sp>
        <p:sp>
          <p:nvSpPr>
            <p:cNvPr id="554" name="F1_0553_patch_532">
              <a:extLst>
                <a:ext uri="{FF2B5EF4-FFF2-40B4-BE49-F238E27FC236}">
                  <a16:creationId id="{5787BA6F-261F-43E8-B34F-A938FEBB76B9}"/>
                </a:ext>
              </a:extLst>
            </p:cNvPr>
            <p:cNvSpPr>
              <a:spLocks/>
            </p:cNvSpPr>
            <p:nvPr/>
          </p:nvSpPr>
          <p:spPr>
            <a:xfrm>
              <a:off x="757469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AACFC5"/>
            </a:solidFill>
            <a:ln w="12700" cap="flat">
              <a:noFill/>
              <a:round/>
            </a:ln>
          </p:spPr>
        </p:sp>
        <p:sp>
          <p:nvSpPr>
            <p:cNvPr id="555" name="F1_0554_patch_533">
              <a:extLst>
                <a:ext uri="{FF2B5EF4-FFF2-40B4-BE49-F238E27FC236}">
                  <a16:creationId id="{717FB5C9-CC9E-4523-937D-E0A132C3B9E4}"/>
                </a:ext>
              </a:extLst>
            </p:cNvPr>
            <p:cNvSpPr>
              <a:spLocks/>
            </p:cNvSpPr>
            <p:nvPr/>
          </p:nvSpPr>
          <p:spPr>
            <a:xfrm>
              <a:off x="758344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A9CEC4"/>
            </a:solidFill>
            <a:ln w="12700" cap="flat">
              <a:noFill/>
              <a:round/>
            </a:ln>
          </p:spPr>
        </p:sp>
        <p:sp>
          <p:nvSpPr>
            <p:cNvPr id="556" name="F1_0555_patch_534">
              <a:extLst>
                <a:ext uri="{FF2B5EF4-FFF2-40B4-BE49-F238E27FC236}">
                  <a16:creationId id="{2AABD867-D931-426E-97A0-0E3CD7435C45}"/>
                </a:ext>
              </a:extLst>
            </p:cNvPr>
            <p:cNvSpPr>
              <a:spLocks/>
            </p:cNvSpPr>
            <p:nvPr/>
          </p:nvSpPr>
          <p:spPr>
            <a:xfrm>
              <a:off x="7592199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A7CEC3"/>
            </a:solidFill>
            <a:ln w="12700" cap="flat">
              <a:noFill/>
              <a:round/>
            </a:ln>
          </p:spPr>
        </p:sp>
        <p:sp>
          <p:nvSpPr>
            <p:cNvPr id="557" name="F1_0556_patch_535">
              <a:extLst>
                <a:ext uri="{FF2B5EF4-FFF2-40B4-BE49-F238E27FC236}">
                  <a16:creationId id="{265E628F-3F66-4116-930E-47573B1F9C53}"/>
                </a:ext>
              </a:extLst>
            </p:cNvPr>
            <p:cNvSpPr>
              <a:spLocks/>
            </p:cNvSpPr>
            <p:nvPr/>
          </p:nvSpPr>
          <p:spPr>
            <a:xfrm>
              <a:off x="760095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A6CDC2"/>
            </a:solidFill>
            <a:ln w="12700" cap="flat">
              <a:noFill/>
              <a:round/>
            </a:ln>
          </p:spPr>
        </p:sp>
        <p:sp>
          <p:nvSpPr>
            <p:cNvPr id="558" name="F1_0557_patch_536">
              <a:extLst>
                <a:ext uri="{FF2B5EF4-FFF2-40B4-BE49-F238E27FC236}">
                  <a16:creationId id="{3E9EF8C5-BB92-4C96-B9D4-B79C236E6FBB}"/>
                </a:ext>
              </a:extLst>
            </p:cNvPr>
            <p:cNvSpPr>
              <a:spLocks/>
            </p:cNvSpPr>
            <p:nvPr/>
          </p:nvSpPr>
          <p:spPr>
            <a:xfrm>
              <a:off x="7609701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A5CCC1"/>
            </a:solidFill>
            <a:ln w="12700" cap="flat">
              <a:noFill/>
              <a:round/>
            </a:ln>
          </p:spPr>
        </p:sp>
        <p:sp>
          <p:nvSpPr>
            <p:cNvPr id="559" name="F1_0558_patch_537">
              <a:extLst>
                <a:ext uri="{FF2B5EF4-FFF2-40B4-BE49-F238E27FC236}">
                  <a16:creationId id="{E8F9470C-6C1B-4B01-8B9A-7EF44CD1AD12}"/>
                </a:ext>
              </a:extLst>
            </p:cNvPr>
            <p:cNvSpPr>
              <a:spLocks/>
            </p:cNvSpPr>
            <p:nvPr/>
          </p:nvSpPr>
          <p:spPr>
            <a:xfrm>
              <a:off x="761845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A3CBC0"/>
            </a:solidFill>
            <a:ln w="12700" cap="flat">
              <a:noFill/>
              <a:round/>
            </a:ln>
          </p:spPr>
        </p:sp>
        <p:sp>
          <p:nvSpPr>
            <p:cNvPr id="560" name="F1_0559_patch_538">
              <a:extLst>
                <a:ext uri="{FF2B5EF4-FFF2-40B4-BE49-F238E27FC236}">
                  <a16:creationId id="{984E00E3-BCD5-46F3-AB18-39E3C3B45B7E}"/>
                </a:ext>
              </a:extLst>
            </p:cNvPr>
            <p:cNvSpPr>
              <a:spLocks/>
            </p:cNvSpPr>
            <p:nvPr/>
          </p:nvSpPr>
          <p:spPr>
            <a:xfrm>
              <a:off x="762720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A2CBBF"/>
            </a:solidFill>
            <a:ln w="12700" cap="flat">
              <a:noFill/>
              <a:round/>
            </a:ln>
          </p:spPr>
        </p:sp>
        <p:sp>
          <p:nvSpPr>
            <p:cNvPr id="561" name="F1_0560_patch_539">
              <a:extLst>
                <a:ext uri="{FF2B5EF4-FFF2-40B4-BE49-F238E27FC236}">
                  <a16:creationId id="{7D879535-CAC2-4B0E-8D91-54D0B3005CDD}"/>
                </a:ext>
              </a:extLst>
            </p:cNvPr>
            <p:cNvSpPr>
              <a:spLocks/>
            </p:cNvSpPr>
            <p:nvPr/>
          </p:nvSpPr>
          <p:spPr>
            <a:xfrm>
              <a:off x="7635954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A0CABF"/>
            </a:solidFill>
            <a:ln w="12700" cap="flat">
              <a:noFill/>
              <a:round/>
            </a:ln>
          </p:spPr>
        </p:sp>
        <p:sp>
          <p:nvSpPr>
            <p:cNvPr id="562" name="F1_0561_patch_540">
              <a:extLst>
                <a:ext uri="{FF2B5EF4-FFF2-40B4-BE49-F238E27FC236}">
                  <a16:creationId id="{9A139DC4-EED5-469E-89CC-9CFE42B5BA4E}"/>
                </a:ext>
              </a:extLst>
            </p:cNvPr>
            <p:cNvSpPr>
              <a:spLocks/>
            </p:cNvSpPr>
            <p:nvPr/>
          </p:nvSpPr>
          <p:spPr>
            <a:xfrm>
              <a:off x="764470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9FC9BE"/>
            </a:solidFill>
            <a:ln w="12700" cap="flat">
              <a:noFill/>
              <a:round/>
            </a:ln>
          </p:spPr>
        </p:sp>
        <p:sp>
          <p:nvSpPr>
            <p:cNvPr id="563" name="F1_0562_patch_541">
              <a:extLst>
                <a:ext uri="{FF2B5EF4-FFF2-40B4-BE49-F238E27FC236}">
                  <a16:creationId id="{BDA55E2A-25B0-4C28-B105-2D1E6063CD67}"/>
                </a:ext>
              </a:extLst>
            </p:cNvPr>
            <p:cNvSpPr>
              <a:spLocks/>
            </p:cNvSpPr>
            <p:nvPr/>
          </p:nvSpPr>
          <p:spPr>
            <a:xfrm>
              <a:off x="765345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9EC8BD"/>
            </a:solidFill>
            <a:ln w="12700" cap="flat">
              <a:noFill/>
              <a:round/>
            </a:ln>
          </p:spPr>
        </p:sp>
        <p:sp>
          <p:nvSpPr>
            <p:cNvPr id="564" name="F1_0563_patch_542">
              <a:extLst>
                <a:ext uri="{FF2B5EF4-FFF2-40B4-BE49-F238E27FC236}">
                  <a16:creationId id="{9D045DB6-D8BC-49DA-81E8-E6C86989FF73}"/>
                </a:ext>
              </a:extLst>
            </p:cNvPr>
            <p:cNvSpPr>
              <a:spLocks/>
            </p:cNvSpPr>
            <p:nvPr/>
          </p:nvSpPr>
          <p:spPr>
            <a:xfrm>
              <a:off x="766220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9CC7BC"/>
            </a:solidFill>
            <a:ln w="12700" cap="flat">
              <a:noFill/>
              <a:round/>
            </a:ln>
          </p:spPr>
        </p:sp>
        <p:sp>
          <p:nvSpPr>
            <p:cNvPr id="565" name="F1_0564_patch_543">
              <a:extLst>
                <a:ext uri="{FF2B5EF4-FFF2-40B4-BE49-F238E27FC236}">
                  <a16:creationId id="{37640C9B-CFEB-4323-92C9-F0FDE7D538A7}"/>
                </a:ext>
              </a:extLst>
            </p:cNvPr>
            <p:cNvSpPr>
              <a:spLocks/>
            </p:cNvSpPr>
            <p:nvPr/>
          </p:nvSpPr>
          <p:spPr>
            <a:xfrm>
              <a:off x="7670959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9BC7BB"/>
            </a:solidFill>
            <a:ln w="12700" cap="flat">
              <a:noFill/>
              <a:round/>
            </a:ln>
          </p:spPr>
        </p:sp>
        <p:sp>
          <p:nvSpPr>
            <p:cNvPr id="566" name="F1_0565_patch_544">
              <a:extLst>
                <a:ext uri="{FF2B5EF4-FFF2-40B4-BE49-F238E27FC236}">
                  <a16:creationId id="{00EDF90B-4D60-4F53-9F8F-E921B3AFF61B}"/>
                </a:ext>
              </a:extLst>
            </p:cNvPr>
            <p:cNvSpPr>
              <a:spLocks/>
            </p:cNvSpPr>
            <p:nvPr/>
          </p:nvSpPr>
          <p:spPr>
            <a:xfrm>
              <a:off x="767971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9AC6BA"/>
            </a:solidFill>
            <a:ln w="12700" cap="flat">
              <a:noFill/>
              <a:round/>
            </a:ln>
          </p:spPr>
        </p:sp>
        <p:sp>
          <p:nvSpPr>
            <p:cNvPr id="567" name="F1_0566_patch_545">
              <a:extLst>
                <a:ext uri="{FF2B5EF4-FFF2-40B4-BE49-F238E27FC236}">
                  <a16:creationId id="{E9F4AFFD-0ABC-40C7-9751-893FFE6DCE3A}"/>
                </a:ext>
              </a:extLst>
            </p:cNvPr>
            <p:cNvSpPr>
              <a:spLocks/>
            </p:cNvSpPr>
            <p:nvPr/>
          </p:nvSpPr>
          <p:spPr>
            <a:xfrm>
              <a:off x="7688461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98C5B9"/>
            </a:solidFill>
            <a:ln w="12700" cap="flat">
              <a:noFill/>
              <a:round/>
            </a:ln>
          </p:spPr>
        </p:sp>
        <p:sp>
          <p:nvSpPr>
            <p:cNvPr id="568" name="F1_0567_patch_546">
              <a:extLst>
                <a:ext uri="{FF2B5EF4-FFF2-40B4-BE49-F238E27FC236}">
                  <a16:creationId id="{BB0CC855-6BE3-4C76-9BCC-2583E063175D}"/>
                </a:ext>
              </a:extLst>
            </p:cNvPr>
            <p:cNvSpPr>
              <a:spLocks/>
            </p:cNvSpPr>
            <p:nvPr/>
          </p:nvSpPr>
          <p:spPr>
            <a:xfrm>
              <a:off x="769721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97C4B8"/>
            </a:solidFill>
            <a:ln w="12700" cap="flat">
              <a:noFill/>
              <a:round/>
            </a:ln>
          </p:spPr>
        </p:sp>
        <p:sp>
          <p:nvSpPr>
            <p:cNvPr id="569" name="F1_0568_patch_547">
              <a:extLst>
                <a:ext uri="{FF2B5EF4-FFF2-40B4-BE49-F238E27FC236}">
                  <a16:creationId id="{7ECCB811-AC13-4E3A-B934-884A6789EC77}"/>
                </a:ext>
              </a:extLst>
            </p:cNvPr>
            <p:cNvSpPr>
              <a:spLocks/>
            </p:cNvSpPr>
            <p:nvPr/>
          </p:nvSpPr>
          <p:spPr>
            <a:xfrm>
              <a:off x="770596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95C4B7"/>
            </a:solidFill>
            <a:ln w="12700" cap="flat">
              <a:noFill/>
              <a:round/>
            </a:ln>
          </p:spPr>
        </p:sp>
        <p:sp>
          <p:nvSpPr>
            <p:cNvPr id="570" name="F1_0569_patch_548">
              <a:extLst>
                <a:ext uri="{FF2B5EF4-FFF2-40B4-BE49-F238E27FC236}">
                  <a16:creationId id="{DE4BDB03-34B2-4033-9140-D7926956A857}"/>
                </a:ext>
              </a:extLst>
            </p:cNvPr>
            <p:cNvSpPr>
              <a:spLocks/>
            </p:cNvSpPr>
            <p:nvPr/>
          </p:nvSpPr>
          <p:spPr>
            <a:xfrm>
              <a:off x="7714714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94C3B6"/>
            </a:solidFill>
            <a:ln w="12700" cap="flat">
              <a:noFill/>
              <a:round/>
            </a:ln>
          </p:spPr>
        </p:sp>
        <p:sp>
          <p:nvSpPr>
            <p:cNvPr id="571" name="F1_0570_patch_549">
              <a:extLst>
                <a:ext uri="{FF2B5EF4-FFF2-40B4-BE49-F238E27FC236}">
                  <a16:creationId id="{F3FCA4AE-1823-46C6-A613-BDCF0A451010}"/>
                </a:ext>
              </a:extLst>
            </p:cNvPr>
            <p:cNvSpPr>
              <a:spLocks/>
            </p:cNvSpPr>
            <p:nvPr/>
          </p:nvSpPr>
          <p:spPr>
            <a:xfrm>
              <a:off x="772346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93C2B5"/>
            </a:solidFill>
            <a:ln w="12700" cap="flat">
              <a:noFill/>
              <a:round/>
            </a:ln>
          </p:spPr>
        </p:sp>
        <p:sp>
          <p:nvSpPr>
            <p:cNvPr id="572" name="F1_0571_patch_550">
              <a:extLst>
                <a:ext uri="{FF2B5EF4-FFF2-40B4-BE49-F238E27FC236}">
                  <a16:creationId id="{7F6F4825-E468-41E0-B013-070C277082BA}"/>
                </a:ext>
              </a:extLst>
            </p:cNvPr>
            <p:cNvSpPr>
              <a:spLocks/>
            </p:cNvSpPr>
            <p:nvPr/>
          </p:nvSpPr>
          <p:spPr>
            <a:xfrm>
              <a:off x="7732216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91C1B4"/>
            </a:solidFill>
            <a:ln w="12700" cap="flat">
              <a:noFill/>
              <a:round/>
            </a:ln>
          </p:spPr>
        </p:sp>
        <p:sp>
          <p:nvSpPr>
            <p:cNvPr id="573" name="F1_0572_patch_551">
              <a:extLst>
                <a:ext uri="{FF2B5EF4-FFF2-40B4-BE49-F238E27FC236}">
                  <a16:creationId id="{7B3795FB-5A89-479B-828E-B98FEFF1DD20}"/>
                </a:ext>
              </a:extLst>
            </p:cNvPr>
            <p:cNvSpPr>
              <a:spLocks/>
            </p:cNvSpPr>
            <p:nvPr/>
          </p:nvSpPr>
          <p:spPr>
            <a:xfrm>
              <a:off x="774096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90C0B3"/>
            </a:solidFill>
            <a:ln w="12700" cap="flat">
              <a:noFill/>
              <a:round/>
            </a:ln>
          </p:spPr>
        </p:sp>
        <p:sp>
          <p:nvSpPr>
            <p:cNvPr id="574" name="F1_0573_patch_552">
              <a:extLst>
                <a:ext uri="{FF2B5EF4-FFF2-40B4-BE49-F238E27FC236}">
                  <a16:creationId id="{8C4D6BB8-3BF0-462B-AB40-A445467864AC}"/>
                </a:ext>
              </a:extLst>
            </p:cNvPr>
            <p:cNvSpPr>
              <a:spLocks/>
            </p:cNvSpPr>
            <p:nvPr/>
          </p:nvSpPr>
          <p:spPr>
            <a:xfrm>
              <a:off x="7749719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EC0B2"/>
            </a:solidFill>
            <a:ln w="12700" cap="flat">
              <a:noFill/>
              <a:round/>
            </a:ln>
          </p:spPr>
        </p:sp>
        <p:sp>
          <p:nvSpPr>
            <p:cNvPr id="575" name="F1_0574_patch_553">
              <a:extLst>
                <a:ext uri="{FF2B5EF4-FFF2-40B4-BE49-F238E27FC236}">
                  <a16:creationId id="{1F647544-A56E-4362-A2F2-7B04769789FC}"/>
                </a:ext>
              </a:extLst>
            </p:cNvPr>
            <p:cNvSpPr>
              <a:spLocks/>
            </p:cNvSpPr>
            <p:nvPr/>
          </p:nvSpPr>
          <p:spPr>
            <a:xfrm>
              <a:off x="775847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DBFB1"/>
            </a:solidFill>
            <a:ln w="12700" cap="flat">
              <a:noFill/>
              <a:round/>
            </a:ln>
          </p:spPr>
        </p:sp>
        <p:sp>
          <p:nvSpPr>
            <p:cNvPr id="576" name="F1_0575_patch_554">
              <a:extLst>
                <a:ext uri="{FF2B5EF4-FFF2-40B4-BE49-F238E27FC236}">
                  <a16:creationId id="{18FEED3D-FAAC-4121-AB19-03D096B986D6}"/>
                </a:ext>
              </a:extLst>
            </p:cNvPr>
            <p:cNvSpPr>
              <a:spLocks/>
            </p:cNvSpPr>
            <p:nvPr/>
          </p:nvSpPr>
          <p:spPr>
            <a:xfrm>
              <a:off x="7767221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CBEB0"/>
            </a:solidFill>
            <a:ln w="12700" cap="flat">
              <a:noFill/>
              <a:round/>
            </a:ln>
          </p:spPr>
        </p:sp>
        <p:sp>
          <p:nvSpPr>
            <p:cNvPr id="577" name="F1_0576_patch_555">
              <a:extLst>
                <a:ext uri="{FF2B5EF4-FFF2-40B4-BE49-F238E27FC236}">
                  <a16:creationId id="{800A82C5-408A-4949-B7DC-BCACA4FF71CD}"/>
                </a:ext>
              </a:extLst>
            </p:cNvPr>
            <p:cNvSpPr>
              <a:spLocks/>
            </p:cNvSpPr>
            <p:nvPr/>
          </p:nvSpPr>
          <p:spPr>
            <a:xfrm>
              <a:off x="777597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ABDAF"/>
            </a:solidFill>
            <a:ln w="12700" cap="flat">
              <a:noFill/>
              <a:round/>
            </a:ln>
          </p:spPr>
        </p:sp>
        <p:sp>
          <p:nvSpPr>
            <p:cNvPr id="578" name="F1_0577_patch_556">
              <a:extLst>
                <a:ext uri="{FF2B5EF4-FFF2-40B4-BE49-F238E27FC236}">
                  <a16:creationId id="{1DE8AD20-B93E-4DF9-AC28-FC3CA149ABF7}"/>
                </a:ext>
              </a:extLst>
            </p:cNvPr>
            <p:cNvSpPr>
              <a:spLocks/>
            </p:cNvSpPr>
            <p:nvPr/>
          </p:nvSpPr>
          <p:spPr>
            <a:xfrm>
              <a:off x="778472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9BDAF"/>
            </a:solidFill>
            <a:ln w="12700" cap="flat">
              <a:noFill/>
              <a:round/>
            </a:ln>
          </p:spPr>
        </p:sp>
        <p:sp>
          <p:nvSpPr>
            <p:cNvPr id="579" name="F1_0578_patch_557">
              <a:extLst>
                <a:ext uri="{FF2B5EF4-FFF2-40B4-BE49-F238E27FC236}">
                  <a16:creationId id="{F3FF3EA8-2904-488D-91C4-919E4BD4DD96}"/>
                </a:ext>
              </a:extLst>
            </p:cNvPr>
            <p:cNvSpPr>
              <a:spLocks/>
            </p:cNvSpPr>
            <p:nvPr/>
          </p:nvSpPr>
          <p:spPr>
            <a:xfrm>
              <a:off x="7793474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8BCAE"/>
            </a:solidFill>
            <a:ln w="12700" cap="flat">
              <a:noFill/>
              <a:round/>
            </a:ln>
          </p:spPr>
        </p:sp>
        <p:sp>
          <p:nvSpPr>
            <p:cNvPr id="580" name="F1_0579_patch_558">
              <a:extLst>
                <a:ext uri="{FF2B5EF4-FFF2-40B4-BE49-F238E27FC236}">
                  <a16:creationId id="{7A6F7A06-3895-4ADD-A374-8A8AB001D5C7}"/>
                </a:ext>
              </a:extLst>
            </p:cNvPr>
            <p:cNvSpPr>
              <a:spLocks/>
            </p:cNvSpPr>
            <p:nvPr/>
          </p:nvSpPr>
          <p:spPr>
            <a:xfrm>
              <a:off x="780222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6BBAD"/>
            </a:solidFill>
            <a:ln w="12700" cap="flat">
              <a:noFill/>
              <a:round/>
            </a:ln>
          </p:spPr>
        </p:sp>
        <p:sp>
          <p:nvSpPr>
            <p:cNvPr id="581" name="F1_0580_patch_559">
              <a:extLst>
                <a:ext uri="{FF2B5EF4-FFF2-40B4-BE49-F238E27FC236}">
                  <a16:creationId id="{630E02FC-B820-4E8C-8128-F4C9BF05C44D}"/>
                </a:ext>
              </a:extLst>
            </p:cNvPr>
            <p:cNvSpPr>
              <a:spLocks/>
            </p:cNvSpPr>
            <p:nvPr/>
          </p:nvSpPr>
          <p:spPr>
            <a:xfrm>
              <a:off x="7810976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5BAAC"/>
            </a:solidFill>
            <a:ln w="12700" cap="flat">
              <a:noFill/>
              <a:round/>
            </a:ln>
          </p:spPr>
        </p:sp>
        <p:sp>
          <p:nvSpPr>
            <p:cNvPr id="582" name="F1_0581_patch_560">
              <a:extLst>
                <a:ext uri="{FF2B5EF4-FFF2-40B4-BE49-F238E27FC236}">
                  <a16:creationId id="{6ADC040A-3965-4632-BA16-0D6823303C84}"/>
                </a:ext>
              </a:extLst>
            </p:cNvPr>
            <p:cNvSpPr>
              <a:spLocks/>
            </p:cNvSpPr>
            <p:nvPr/>
          </p:nvSpPr>
          <p:spPr>
            <a:xfrm>
              <a:off x="781972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3BAAB"/>
            </a:solidFill>
            <a:ln w="12700" cap="flat">
              <a:noFill/>
              <a:round/>
            </a:ln>
          </p:spPr>
        </p:sp>
        <p:sp>
          <p:nvSpPr>
            <p:cNvPr id="583" name="F1_0582_patch_561">
              <a:extLst>
                <a:ext uri="{FF2B5EF4-FFF2-40B4-BE49-F238E27FC236}">
                  <a16:creationId id="{38563739-BE4A-4991-92CD-CA7AE1A1A194}"/>
                </a:ext>
              </a:extLst>
            </p:cNvPr>
            <p:cNvSpPr>
              <a:spLocks/>
            </p:cNvSpPr>
            <p:nvPr/>
          </p:nvSpPr>
          <p:spPr>
            <a:xfrm>
              <a:off x="782847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2B9AA"/>
            </a:solidFill>
            <a:ln w="12700" cap="flat">
              <a:noFill/>
              <a:round/>
            </a:ln>
          </p:spPr>
        </p:sp>
        <p:sp>
          <p:nvSpPr>
            <p:cNvPr id="584" name="F1_0583_patch_562">
              <a:extLst>
                <a:ext uri="{FF2B5EF4-FFF2-40B4-BE49-F238E27FC236}">
                  <a16:creationId id="{CC56C010-D22A-4EE9-A90E-A35D6344A1D7}"/>
                </a:ext>
              </a:extLst>
            </p:cNvPr>
            <p:cNvSpPr>
              <a:spLocks/>
            </p:cNvSpPr>
            <p:nvPr/>
          </p:nvSpPr>
          <p:spPr>
            <a:xfrm>
              <a:off x="783723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1B8A9"/>
            </a:solidFill>
            <a:ln w="12700" cap="flat">
              <a:noFill/>
              <a:round/>
            </a:ln>
          </p:spPr>
        </p:sp>
        <p:sp>
          <p:nvSpPr>
            <p:cNvPr id="585" name="F1_0584_patch_563">
              <a:extLst>
                <a:ext uri="{FF2B5EF4-FFF2-40B4-BE49-F238E27FC236}">
                  <a16:creationId id="{94D9DD3A-8BEC-4011-AF81-4CF2B40EFDCB}"/>
                </a:ext>
              </a:extLst>
            </p:cNvPr>
            <p:cNvSpPr>
              <a:spLocks/>
            </p:cNvSpPr>
            <p:nvPr/>
          </p:nvSpPr>
          <p:spPr>
            <a:xfrm>
              <a:off x="7845981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7FB7A8"/>
            </a:solidFill>
            <a:ln w="12700" cap="flat">
              <a:noFill/>
              <a:round/>
            </a:ln>
          </p:spPr>
        </p:sp>
        <p:sp>
          <p:nvSpPr>
            <p:cNvPr id="586" name="F1_0585_patch_564">
              <a:extLst>
                <a:ext uri="{FF2B5EF4-FFF2-40B4-BE49-F238E27FC236}">
                  <a16:creationId id="{47476B13-79C1-4334-8921-B84651620C21}"/>
                </a:ext>
              </a:extLst>
            </p:cNvPr>
            <p:cNvSpPr>
              <a:spLocks/>
            </p:cNvSpPr>
            <p:nvPr/>
          </p:nvSpPr>
          <p:spPr>
            <a:xfrm>
              <a:off x="785473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7EB6A7"/>
            </a:solidFill>
            <a:ln w="12700" cap="flat">
              <a:noFill/>
              <a:round/>
            </a:ln>
          </p:spPr>
        </p:sp>
        <p:sp>
          <p:nvSpPr>
            <p:cNvPr id="587" name="F1_0586_patch_565">
              <a:extLst>
                <a:ext uri="{FF2B5EF4-FFF2-40B4-BE49-F238E27FC236}">
                  <a16:creationId id="{3C25B077-44F9-4E6F-9993-0FF2D47AE3EA}"/>
                </a:ext>
              </a:extLst>
            </p:cNvPr>
            <p:cNvSpPr>
              <a:spLocks/>
            </p:cNvSpPr>
            <p:nvPr/>
          </p:nvSpPr>
          <p:spPr>
            <a:xfrm>
              <a:off x="786348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7DB6A6"/>
            </a:solidFill>
            <a:ln w="12700" cap="flat">
              <a:noFill/>
              <a:round/>
            </a:ln>
          </p:spPr>
        </p:sp>
        <p:sp>
          <p:nvSpPr>
            <p:cNvPr id="588" name="F1_0587_patch_566">
              <a:extLst>
                <a:ext uri="{FF2B5EF4-FFF2-40B4-BE49-F238E27FC236}">
                  <a16:creationId id="{F47FA44C-C4DF-4385-8DA9-D6653999394A}"/>
                </a:ext>
              </a:extLst>
            </p:cNvPr>
            <p:cNvSpPr>
              <a:spLocks/>
            </p:cNvSpPr>
            <p:nvPr/>
          </p:nvSpPr>
          <p:spPr>
            <a:xfrm>
              <a:off x="7872234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7BB5A5"/>
            </a:solidFill>
            <a:ln w="12700" cap="flat">
              <a:noFill/>
              <a:round/>
            </a:ln>
          </p:spPr>
        </p:sp>
        <p:sp>
          <p:nvSpPr>
            <p:cNvPr id="589" name="F1_0588_patch_567">
              <a:extLst>
                <a:ext uri="{FF2B5EF4-FFF2-40B4-BE49-F238E27FC236}">
                  <a16:creationId id="{B0B3F1FF-1FA2-4634-81D1-949E314D8B6D}"/>
                </a:ext>
              </a:extLst>
            </p:cNvPr>
            <p:cNvSpPr>
              <a:spLocks/>
            </p:cNvSpPr>
            <p:nvPr/>
          </p:nvSpPr>
          <p:spPr>
            <a:xfrm>
              <a:off x="788098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7AB4A4"/>
            </a:solidFill>
            <a:ln w="12700" cap="flat">
              <a:noFill/>
              <a:round/>
            </a:ln>
          </p:spPr>
        </p:sp>
        <p:sp>
          <p:nvSpPr>
            <p:cNvPr id="590" name="F1_0589_patch_568">
              <a:extLst>
                <a:ext uri="{FF2B5EF4-FFF2-40B4-BE49-F238E27FC236}">
                  <a16:creationId id="{5222BBA4-51CB-40DD-B249-15B83FF25515}"/>
                </a:ext>
              </a:extLst>
            </p:cNvPr>
            <p:cNvSpPr>
              <a:spLocks/>
            </p:cNvSpPr>
            <p:nvPr/>
          </p:nvSpPr>
          <p:spPr>
            <a:xfrm>
              <a:off x="7889736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78B3A3"/>
            </a:solidFill>
            <a:ln w="12700" cap="flat">
              <a:noFill/>
              <a:round/>
            </a:ln>
          </p:spPr>
        </p:sp>
        <p:sp>
          <p:nvSpPr>
            <p:cNvPr id="591" name="F1_0590_patch_569">
              <a:extLst>
                <a:ext uri="{FF2B5EF4-FFF2-40B4-BE49-F238E27FC236}">
                  <a16:creationId id="{F0D8A9D8-E994-4474-9CC4-56F8FFDF73BF}"/>
                </a:ext>
              </a:extLst>
            </p:cNvPr>
            <p:cNvSpPr>
              <a:spLocks/>
            </p:cNvSpPr>
            <p:nvPr/>
          </p:nvSpPr>
          <p:spPr>
            <a:xfrm>
              <a:off x="789848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77B3A2"/>
            </a:solidFill>
            <a:ln w="12700" cap="flat">
              <a:noFill/>
              <a:round/>
            </a:ln>
          </p:spPr>
        </p:sp>
        <p:sp>
          <p:nvSpPr>
            <p:cNvPr id="592" name="F1_0591_patch_570">
              <a:extLst>
                <a:ext uri="{FF2B5EF4-FFF2-40B4-BE49-F238E27FC236}">
                  <a16:creationId id="{FE04F105-ADCF-47AB-AF77-8D8B8E116721}"/>
                </a:ext>
              </a:extLst>
            </p:cNvPr>
            <p:cNvSpPr>
              <a:spLocks/>
            </p:cNvSpPr>
            <p:nvPr/>
          </p:nvSpPr>
          <p:spPr>
            <a:xfrm>
              <a:off x="790723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76B2A1"/>
            </a:solidFill>
            <a:ln w="12700" cap="flat">
              <a:noFill/>
              <a:round/>
            </a:ln>
          </p:spPr>
        </p:sp>
        <p:sp>
          <p:nvSpPr>
            <p:cNvPr id="593" name="F1_0592_patch_571">
              <a:extLst>
                <a:ext uri="{FF2B5EF4-FFF2-40B4-BE49-F238E27FC236}">
                  <a16:creationId id="{387DD7A6-0DCF-40E4-BCFA-BCCE9849EF8F}"/>
                </a:ext>
              </a:extLst>
            </p:cNvPr>
            <p:cNvSpPr>
              <a:spLocks/>
            </p:cNvSpPr>
            <p:nvPr/>
          </p:nvSpPr>
          <p:spPr>
            <a:xfrm>
              <a:off x="7915989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74B1A0"/>
            </a:solidFill>
            <a:ln w="12700" cap="flat">
              <a:noFill/>
              <a:round/>
            </a:ln>
          </p:spPr>
        </p:sp>
        <p:sp>
          <p:nvSpPr>
            <p:cNvPr id="594" name="F1_0593_patch_572">
              <a:extLst>
                <a:ext uri="{FF2B5EF4-FFF2-40B4-BE49-F238E27FC236}">
                  <a16:creationId id="{9122C0D1-B7E5-4EDC-A257-36136D64B575}"/>
                </a:ext>
              </a:extLst>
            </p:cNvPr>
            <p:cNvSpPr>
              <a:spLocks/>
            </p:cNvSpPr>
            <p:nvPr/>
          </p:nvSpPr>
          <p:spPr>
            <a:xfrm>
              <a:off x="792474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73B09F"/>
            </a:solidFill>
            <a:ln w="12700" cap="flat">
              <a:noFill/>
              <a:round/>
            </a:ln>
          </p:spPr>
        </p:sp>
        <p:sp>
          <p:nvSpPr>
            <p:cNvPr id="595" name="F1_0594_patch_573">
              <a:extLst>
                <a:ext uri="{FF2B5EF4-FFF2-40B4-BE49-F238E27FC236}">
                  <a16:creationId id="{58393E9F-23E4-43A5-A5CB-10E4F97D9223}"/>
                </a:ext>
              </a:extLst>
            </p:cNvPr>
            <p:cNvSpPr>
              <a:spLocks/>
            </p:cNvSpPr>
            <p:nvPr/>
          </p:nvSpPr>
          <p:spPr>
            <a:xfrm>
              <a:off x="793349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72AF9F"/>
            </a:solidFill>
            <a:ln w="12700" cap="flat">
              <a:noFill/>
              <a:round/>
            </a:ln>
          </p:spPr>
        </p:sp>
        <p:sp>
          <p:nvSpPr>
            <p:cNvPr id="596" name="F1_0595_patch_574">
              <a:extLst>
                <a:ext uri="{FF2B5EF4-FFF2-40B4-BE49-F238E27FC236}">
                  <a16:creationId id="{2FE45B27-4525-4FC2-AEF0-802DE1D672C3}"/>
                </a:ext>
              </a:extLst>
            </p:cNvPr>
            <p:cNvSpPr>
              <a:spLocks/>
            </p:cNvSpPr>
            <p:nvPr/>
          </p:nvSpPr>
          <p:spPr>
            <a:xfrm>
              <a:off x="794224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70AF9E"/>
            </a:solidFill>
            <a:ln w="12700" cap="flat">
              <a:noFill/>
              <a:round/>
            </a:ln>
          </p:spPr>
        </p:sp>
        <p:sp>
          <p:nvSpPr>
            <p:cNvPr id="597" name="F1_0596_patch_575">
              <a:extLst>
                <a:ext uri="{FF2B5EF4-FFF2-40B4-BE49-F238E27FC236}">
                  <a16:creationId id="{26AD193E-787E-4BE5-B493-56D8DCFE74C0}"/>
                </a:ext>
              </a:extLst>
            </p:cNvPr>
            <p:cNvSpPr>
              <a:spLocks/>
            </p:cNvSpPr>
            <p:nvPr/>
          </p:nvSpPr>
          <p:spPr>
            <a:xfrm>
              <a:off x="7950994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6FAE9D"/>
            </a:solidFill>
            <a:ln w="12700" cap="flat">
              <a:noFill/>
              <a:round/>
            </a:ln>
          </p:spPr>
        </p:sp>
        <p:sp>
          <p:nvSpPr>
            <p:cNvPr id="598" name="F1_0597_patch_576">
              <a:extLst>
                <a:ext uri="{FF2B5EF4-FFF2-40B4-BE49-F238E27FC236}">
                  <a16:creationId id="{D10DC006-681D-4F41-A7BF-042E1DC3A42C}"/>
                </a:ext>
              </a:extLst>
            </p:cNvPr>
            <p:cNvSpPr>
              <a:spLocks/>
            </p:cNvSpPr>
            <p:nvPr/>
          </p:nvSpPr>
          <p:spPr>
            <a:xfrm>
              <a:off x="795974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6DAD9C"/>
            </a:solidFill>
            <a:ln w="12700" cap="flat">
              <a:noFill/>
              <a:round/>
            </a:ln>
          </p:spPr>
        </p:sp>
        <p:sp>
          <p:nvSpPr>
            <p:cNvPr id="599" name="F1_0598_patch_577">
              <a:extLst>
                <a:ext uri="{FF2B5EF4-FFF2-40B4-BE49-F238E27FC236}">
                  <a16:creationId id="{50AA20EA-766E-4664-962D-E679F26712CA}"/>
                </a:ext>
              </a:extLst>
            </p:cNvPr>
            <p:cNvSpPr>
              <a:spLocks/>
            </p:cNvSpPr>
            <p:nvPr/>
          </p:nvSpPr>
          <p:spPr>
            <a:xfrm>
              <a:off x="7968496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6CAC9B"/>
            </a:solidFill>
            <a:ln w="12700" cap="flat">
              <a:noFill/>
              <a:round/>
            </a:ln>
          </p:spPr>
        </p:sp>
        <p:sp>
          <p:nvSpPr>
            <p:cNvPr id="600" name="F1_0599_patch_578">
              <a:extLst>
                <a:ext uri="{FF2B5EF4-FFF2-40B4-BE49-F238E27FC236}">
                  <a16:creationId id="{2908DF3E-D646-47AB-9F78-DFFABB050617}"/>
                </a:ext>
              </a:extLst>
            </p:cNvPr>
            <p:cNvSpPr>
              <a:spLocks/>
            </p:cNvSpPr>
            <p:nvPr/>
          </p:nvSpPr>
          <p:spPr>
            <a:xfrm>
              <a:off x="797724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6BAC9A"/>
            </a:solidFill>
            <a:ln w="12700" cap="flat">
              <a:noFill/>
              <a:round/>
            </a:ln>
          </p:spPr>
        </p:sp>
        <p:sp>
          <p:nvSpPr>
            <p:cNvPr id="601" name="F1_0600_patch_579">
              <a:extLst>
                <a:ext uri="{FF2B5EF4-FFF2-40B4-BE49-F238E27FC236}">
                  <a16:creationId id="{202B49AE-9738-4FD2-B816-8D2F41A2783C}"/>
                </a:ext>
              </a:extLst>
            </p:cNvPr>
            <p:cNvSpPr>
              <a:spLocks/>
            </p:cNvSpPr>
            <p:nvPr/>
          </p:nvSpPr>
          <p:spPr>
            <a:xfrm>
              <a:off x="798599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69AB99"/>
            </a:solidFill>
            <a:ln w="12700" cap="flat">
              <a:noFill/>
              <a:round/>
            </a:ln>
          </p:spPr>
        </p:sp>
        <p:sp>
          <p:nvSpPr>
            <p:cNvPr id="602" name="F1_0601_patch_580">
              <a:extLst>
                <a:ext uri="{FF2B5EF4-FFF2-40B4-BE49-F238E27FC236}">
                  <a16:creationId id="{46F325B3-1B87-495E-A7D7-FF6AA4FBC76C}"/>
                </a:ext>
              </a:extLst>
            </p:cNvPr>
            <p:cNvSpPr>
              <a:spLocks/>
            </p:cNvSpPr>
            <p:nvPr/>
          </p:nvSpPr>
          <p:spPr>
            <a:xfrm>
              <a:off x="7994749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68AA98"/>
            </a:solidFill>
            <a:ln w="12700" cap="flat">
              <a:noFill/>
              <a:round/>
            </a:ln>
          </p:spPr>
        </p:sp>
        <p:sp>
          <p:nvSpPr>
            <p:cNvPr id="603" name="F1_0602_patch_581">
              <a:extLst>
                <a:ext uri="{FF2B5EF4-FFF2-40B4-BE49-F238E27FC236}">
                  <a16:creationId id="{6E867C81-E088-4427-B0FA-2829A9CDEB89}"/>
                </a:ext>
              </a:extLst>
            </p:cNvPr>
            <p:cNvSpPr>
              <a:spLocks/>
            </p:cNvSpPr>
            <p:nvPr/>
          </p:nvSpPr>
          <p:spPr>
            <a:xfrm>
              <a:off x="800350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66A997"/>
            </a:solidFill>
            <a:ln w="12700" cap="flat">
              <a:noFill/>
              <a:round/>
            </a:ln>
          </p:spPr>
        </p:sp>
        <p:sp>
          <p:nvSpPr>
            <p:cNvPr id="604" name="F1_0603_patch_582">
              <a:extLst>
                <a:ext uri="{FF2B5EF4-FFF2-40B4-BE49-F238E27FC236}">
                  <a16:creationId id="{5494BBAE-3372-4790-87E1-E90EB7567BB5}"/>
                </a:ext>
              </a:extLst>
            </p:cNvPr>
            <p:cNvSpPr>
              <a:spLocks/>
            </p:cNvSpPr>
            <p:nvPr/>
          </p:nvSpPr>
          <p:spPr>
            <a:xfrm>
              <a:off x="8012251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65A896"/>
            </a:solidFill>
            <a:ln w="12700" cap="flat">
              <a:noFill/>
              <a:round/>
            </a:ln>
          </p:spPr>
        </p:sp>
        <p:sp>
          <p:nvSpPr>
            <p:cNvPr id="605" name="F1_0604_patch_583">
              <a:extLst>
                <a:ext uri="{FF2B5EF4-FFF2-40B4-BE49-F238E27FC236}">
                  <a16:creationId id="{677E095B-F069-4FDF-8BFA-858A2A55A75A}"/>
                </a:ext>
              </a:extLst>
            </p:cNvPr>
            <p:cNvSpPr>
              <a:spLocks/>
            </p:cNvSpPr>
            <p:nvPr/>
          </p:nvSpPr>
          <p:spPr>
            <a:xfrm>
              <a:off x="802100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64A895"/>
            </a:solidFill>
            <a:ln w="12700" cap="flat">
              <a:noFill/>
              <a:round/>
            </a:ln>
          </p:spPr>
        </p:sp>
        <p:sp>
          <p:nvSpPr>
            <p:cNvPr id="606" name="F1_0605_patch_584">
              <a:extLst>
                <a:ext uri="{FF2B5EF4-FFF2-40B4-BE49-F238E27FC236}">
                  <a16:creationId id="{11A0B8AF-91D1-4FBD-B9C0-26E022E77FA4}"/>
                </a:ext>
              </a:extLst>
            </p:cNvPr>
            <p:cNvSpPr>
              <a:spLocks/>
            </p:cNvSpPr>
            <p:nvPr/>
          </p:nvSpPr>
          <p:spPr>
            <a:xfrm>
              <a:off x="8029754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62A794"/>
            </a:solidFill>
            <a:ln w="12700" cap="flat">
              <a:noFill/>
              <a:round/>
            </a:ln>
          </p:spPr>
        </p:sp>
        <p:sp>
          <p:nvSpPr>
            <p:cNvPr id="607" name="F1_0606_patch_585">
              <a:extLst>
                <a:ext uri="{FF2B5EF4-FFF2-40B4-BE49-F238E27FC236}">
                  <a16:creationId id="{2ABA6B50-5E84-470F-B03A-A30AB2739C44}"/>
                </a:ext>
              </a:extLst>
            </p:cNvPr>
            <p:cNvSpPr>
              <a:spLocks/>
            </p:cNvSpPr>
            <p:nvPr/>
          </p:nvSpPr>
          <p:spPr>
            <a:xfrm>
              <a:off x="803850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61A693"/>
            </a:solidFill>
            <a:ln w="12700" cap="flat">
              <a:noFill/>
              <a:round/>
            </a:ln>
          </p:spPr>
        </p:sp>
        <p:sp>
          <p:nvSpPr>
            <p:cNvPr id="608" name="F1_0607_patch_586">
              <a:extLst>
                <a:ext uri="{FF2B5EF4-FFF2-40B4-BE49-F238E27FC236}">
                  <a16:creationId id="{76916FF3-DB58-4313-BC3E-33EC3653C8F3}"/>
                </a:ext>
              </a:extLst>
            </p:cNvPr>
            <p:cNvSpPr>
              <a:spLocks/>
            </p:cNvSpPr>
            <p:nvPr/>
          </p:nvSpPr>
          <p:spPr>
            <a:xfrm>
              <a:off x="8047256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60A592"/>
            </a:solidFill>
            <a:ln w="12700" cap="flat">
              <a:noFill/>
              <a:round/>
            </a:ln>
          </p:spPr>
        </p:sp>
        <p:sp>
          <p:nvSpPr>
            <p:cNvPr id="609" name="F1_0608_patch_587">
              <a:extLst>
                <a:ext uri="{FF2B5EF4-FFF2-40B4-BE49-F238E27FC236}">
                  <a16:creationId id="{F17EB56F-0FD1-4877-AA69-DEC7A88D184B}"/>
                </a:ext>
              </a:extLst>
            </p:cNvPr>
            <p:cNvSpPr>
              <a:spLocks/>
            </p:cNvSpPr>
            <p:nvPr/>
          </p:nvSpPr>
          <p:spPr>
            <a:xfrm>
              <a:off x="805600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5EA591"/>
            </a:solidFill>
            <a:ln w="12700" cap="flat">
              <a:noFill/>
              <a:round/>
            </a:ln>
          </p:spPr>
        </p:sp>
        <p:sp>
          <p:nvSpPr>
            <p:cNvPr id="610" name="F1_0609_patch_588">
              <a:extLst>
                <a:ext uri="{FF2B5EF4-FFF2-40B4-BE49-F238E27FC236}">
                  <a16:creationId id="{19C7FC9A-68DF-43F7-B7D2-199336AC05ED}"/>
                </a:ext>
              </a:extLst>
            </p:cNvPr>
            <p:cNvSpPr>
              <a:spLocks/>
            </p:cNvSpPr>
            <p:nvPr/>
          </p:nvSpPr>
          <p:spPr>
            <a:xfrm>
              <a:off x="806475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5DA490"/>
            </a:solidFill>
            <a:ln w="12700" cap="flat">
              <a:noFill/>
              <a:round/>
            </a:ln>
          </p:spPr>
        </p:sp>
        <p:sp>
          <p:nvSpPr>
            <p:cNvPr id="611" name="F1_0610_patch_589">
              <a:extLst>
                <a:ext uri="{FF2B5EF4-FFF2-40B4-BE49-F238E27FC236}">
                  <a16:creationId id="{1297CF93-4187-4755-ADE8-9A4C600620A2}"/>
                </a:ext>
              </a:extLst>
            </p:cNvPr>
            <p:cNvSpPr>
              <a:spLocks/>
            </p:cNvSpPr>
            <p:nvPr/>
          </p:nvSpPr>
          <p:spPr>
            <a:xfrm>
              <a:off x="8073509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5BA38F"/>
            </a:solidFill>
            <a:ln w="12700" cap="flat">
              <a:noFill/>
              <a:round/>
            </a:ln>
          </p:spPr>
        </p:sp>
        <p:sp>
          <p:nvSpPr>
            <p:cNvPr id="612" name="F1_0611_patch_590">
              <a:extLst>
                <a:ext uri="{FF2B5EF4-FFF2-40B4-BE49-F238E27FC236}">
                  <a16:creationId id="{12577CC2-3F11-4236-9149-0DF99DE78957}"/>
                </a:ext>
              </a:extLst>
            </p:cNvPr>
            <p:cNvSpPr>
              <a:spLocks/>
            </p:cNvSpPr>
            <p:nvPr/>
          </p:nvSpPr>
          <p:spPr>
            <a:xfrm>
              <a:off x="8082260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5AA28F"/>
            </a:solidFill>
            <a:ln w="12700" cap="flat">
              <a:noFill/>
              <a:round/>
            </a:ln>
          </p:spPr>
        </p:sp>
        <p:sp>
          <p:nvSpPr>
            <p:cNvPr id="613" name="F1_0612_patch_591">
              <a:extLst>
                <a:ext uri="{FF2B5EF4-FFF2-40B4-BE49-F238E27FC236}">
                  <a16:creationId id="{432C8DEC-D33C-499D-B091-4DAB0DFF58C4}"/>
                </a:ext>
              </a:extLst>
            </p:cNvPr>
            <p:cNvSpPr>
              <a:spLocks/>
            </p:cNvSpPr>
            <p:nvPr/>
          </p:nvSpPr>
          <p:spPr>
            <a:xfrm>
              <a:off x="8091011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59A18E"/>
            </a:solidFill>
            <a:ln w="12700" cap="flat">
              <a:noFill/>
              <a:round/>
            </a:ln>
          </p:spPr>
        </p:sp>
        <p:sp>
          <p:nvSpPr>
            <p:cNvPr id="614" name="F1_0613_patch_592">
              <a:extLst>
                <a:ext uri="{FF2B5EF4-FFF2-40B4-BE49-F238E27FC236}">
                  <a16:creationId id="{9A0A75E8-14C7-4EF8-924A-BBC6E29D0C1D}"/>
                </a:ext>
              </a:extLst>
            </p:cNvPr>
            <p:cNvSpPr>
              <a:spLocks/>
            </p:cNvSpPr>
            <p:nvPr/>
          </p:nvSpPr>
          <p:spPr>
            <a:xfrm>
              <a:off x="8099762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57A18D"/>
            </a:solidFill>
            <a:ln w="12700" cap="flat">
              <a:noFill/>
              <a:round/>
            </a:ln>
          </p:spPr>
        </p:sp>
        <p:sp>
          <p:nvSpPr>
            <p:cNvPr id="615" name="F1_0614_patch_593">
              <a:extLst>
                <a:ext uri="{FF2B5EF4-FFF2-40B4-BE49-F238E27FC236}">
                  <a16:creationId id="{CA297AFB-0598-4141-908A-5E1E4377CC5B}"/>
                </a:ext>
              </a:extLst>
            </p:cNvPr>
            <p:cNvSpPr>
              <a:spLocks/>
            </p:cNvSpPr>
            <p:nvPr/>
          </p:nvSpPr>
          <p:spPr>
            <a:xfrm>
              <a:off x="8108513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56A08C"/>
            </a:solidFill>
            <a:ln w="12700" cap="flat">
              <a:noFill/>
              <a:round/>
            </a:ln>
          </p:spPr>
        </p:sp>
        <p:sp>
          <p:nvSpPr>
            <p:cNvPr id="616" name="F1_0615_patch_594">
              <a:extLst>
                <a:ext uri="{FF2B5EF4-FFF2-40B4-BE49-F238E27FC236}">
                  <a16:creationId id="{C01E684F-F88C-4FA8-9EFA-CCEC3D572398}"/>
                </a:ext>
              </a:extLst>
            </p:cNvPr>
            <p:cNvSpPr>
              <a:spLocks/>
            </p:cNvSpPr>
            <p:nvPr/>
          </p:nvSpPr>
          <p:spPr>
            <a:xfrm>
              <a:off x="8117265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559F8B"/>
            </a:solidFill>
            <a:ln w="12700" cap="flat">
              <a:noFill/>
              <a:round/>
            </a:ln>
          </p:spPr>
        </p:sp>
        <p:sp>
          <p:nvSpPr>
            <p:cNvPr id="617" name="F1_0616_patch_595">
              <a:extLst>
                <a:ext uri="{FF2B5EF4-FFF2-40B4-BE49-F238E27FC236}">
                  <a16:creationId id="{C3822AC5-6837-4C3A-B0B1-901DD3C9433A}"/>
                </a:ext>
              </a:extLst>
            </p:cNvPr>
            <p:cNvSpPr>
              <a:spLocks/>
            </p:cNvSpPr>
            <p:nvPr/>
          </p:nvSpPr>
          <p:spPr>
            <a:xfrm>
              <a:off x="8126016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539E8A"/>
            </a:solidFill>
            <a:ln w="12700" cap="flat">
              <a:noFill/>
              <a:round/>
            </a:ln>
          </p:spPr>
        </p:sp>
        <p:sp>
          <p:nvSpPr>
            <p:cNvPr id="618" name="F1_0617_patch_596">
              <a:extLst>
                <a:ext uri="{FF2B5EF4-FFF2-40B4-BE49-F238E27FC236}">
                  <a16:creationId id="{BD878103-D719-41AC-8DB6-89B48C68A90D}"/>
                </a:ext>
              </a:extLst>
            </p:cNvPr>
            <p:cNvSpPr>
              <a:spLocks/>
            </p:cNvSpPr>
            <p:nvPr/>
          </p:nvSpPr>
          <p:spPr>
            <a:xfrm>
              <a:off x="8134767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529E89"/>
            </a:solidFill>
            <a:ln w="12700" cap="flat">
              <a:noFill/>
              <a:round/>
            </a:ln>
          </p:spPr>
        </p:sp>
        <p:sp>
          <p:nvSpPr>
            <p:cNvPr id="619" name="F1_0618_patch_597">
              <a:extLst>
                <a:ext uri="{FF2B5EF4-FFF2-40B4-BE49-F238E27FC236}">
                  <a16:creationId id="{A4FC22A7-3A80-4DD9-AD49-9CAD06E76E4E}"/>
                </a:ext>
              </a:extLst>
            </p:cNvPr>
            <p:cNvSpPr>
              <a:spLocks/>
            </p:cNvSpPr>
            <p:nvPr/>
          </p:nvSpPr>
          <p:spPr>
            <a:xfrm>
              <a:off x="8143518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509D88"/>
            </a:solidFill>
            <a:ln w="12700" cap="flat">
              <a:noFill/>
              <a:round/>
            </a:ln>
          </p:spPr>
        </p:sp>
        <p:sp>
          <p:nvSpPr>
            <p:cNvPr id="620" name="F1_0619_patch_598">
              <a:extLst>
                <a:ext uri="{FF2B5EF4-FFF2-40B4-BE49-F238E27FC236}">
                  <a16:creationId id="{7ECB9E81-AF2C-4EF7-9EC1-033C2B653D12}"/>
                </a:ext>
              </a:extLst>
            </p:cNvPr>
            <p:cNvSpPr>
              <a:spLocks/>
            </p:cNvSpPr>
            <p:nvPr/>
          </p:nvSpPr>
          <p:spPr>
            <a:xfrm>
              <a:off x="8152269" y="8257032"/>
              <a:ext cx="8934" cy="82296"/>
            </a:xfrm>
            <a:custGeom>
              <a:avLst/>
              <a:gdLst/>
              <a:ahLst/>
              <a:cxnLst/>
              <a:rect l="0" t="0" r="8933" b="82296"/>
              <a:pathLst>
                <a:path w="8934" h="82296" stroke="0">
                  <a:moveTo>
                    <a:pt x="0" y="0"/>
                  </a:moveTo>
                  <a:lnTo>
                    <a:pt x="8934" y="0"/>
                  </a:lnTo>
                  <a:lnTo>
                    <a:pt x="8934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4F9C87"/>
            </a:solidFill>
            <a:ln w="12700" cap="flat">
              <a:noFill/>
              <a:round/>
            </a:ln>
          </p:spPr>
        </p:sp>
        <p:sp>
          <p:nvSpPr>
            <p:cNvPr id="623" name="F1_0622_line2d_3">
              <a:extLst>
                <a:ext uri="{FF2B5EF4-FFF2-40B4-BE49-F238E27FC236}">
                  <a16:creationId id="{F56646B4-4F01-4C63-A07F-74C10FDFD02A}"/>
                </a:ext>
              </a:extLst>
            </p:cNvPr>
            <p:cNvSpPr>
              <a:spLocks/>
            </p:cNvSpPr>
            <p:nvPr/>
          </p:nvSpPr>
          <p:spPr>
            <a:xfrm>
              <a:off x="201168" y="5943600"/>
              <a:ext cx="12417552" cy="127"/>
            </a:xfrm>
            <a:custGeom>
              <a:avLst/>
              <a:gdLst/>
              <a:ahLst/>
              <a:cxnLst/>
              <a:rect l="0" t="0" r="12417552" b="127"/>
              <a:pathLst>
                <a:path w="12417552" h="127" fill="none">
                  <a:moveTo>
                    <a:pt x="0" y="0"/>
                  </a:moveTo>
                  <a:lnTo>
                    <a:pt x="12417552" y="0"/>
                  </a:lnTo>
                </a:path>
              </a:pathLst>
            </a:custGeom>
            <a:noFill/>
            <a:ln w="10795" cap="sq">
              <a:solidFill>
                <a:srgbClr val="D4DFE7"/>
              </a:solidFill>
              <a:round/>
            </a:ln>
          </p:spPr>
        </p:sp>
        <p:sp>
          <p:nvSpPr>
            <p:cNvPr id="20066" name="William Shakespeare context"/>
            <p:cNvSpPr txBox="1"/>
            <p:nvPr/>
          </p:nvSpPr>
          <p:spPr>
            <a:xfrm>
              <a:off x="517898" y="6908690"/>
              <a:ext cx="4240490" cy="5715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233547"/>
                  </a:solidFill>
                  <a:latin typeface="CourierNewPSMT"/>
                  <a:ea typeface="CourierNewPSMT"/>
                  <a:cs typeface="CourierNewPSMT"/>
                </a:defRPr>
              </a:pPr>
              <a:r>
                <a:rPr lang="en-US" sz="2040" b="0" i="0" kern="1200" spc="0" dirty="0">
                  <a:solidFill>
                    <a:srgbClr val="233547"/>
                  </a:solidFill>
                  <a:latin typeface="CourierNewPSMT"/>
                  <a:ea typeface="CourierNewPSMT"/>
                  <a:cs typeface="CourierNewPSMT"/>
                </a:rPr>
                <a:t>William Shakespeare's play</a:t>
              </a:r>
            </a:p>
          </p:txBody>
        </p:sp>
        <p:sp>
          <p:nvSpPr>
            <p:cNvPr id="20067" name="William Walton context"/>
            <p:cNvSpPr txBox="1"/>
            <p:nvPr/>
          </p:nvSpPr>
          <p:spPr>
            <a:xfrm>
              <a:off x="517898" y="7347602"/>
              <a:ext cx="5034585" cy="5715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233547"/>
                  </a:solidFill>
                  <a:latin typeface="CourierNewPSMT"/>
                  <a:ea typeface="CourierNewPSMT"/>
                  <a:cs typeface="CourierNewPSMT"/>
                </a:defRPr>
              </a:pPr>
              <a:r>
                <a:rPr lang="en-US" sz="2040" b="0" i="0" kern="1200" spc="0" dirty="0">
                  <a:solidFill>
                    <a:srgbClr val="233547"/>
                  </a:solidFill>
                  <a:latin typeface="CourierNewPSMT"/>
                  <a:ea typeface="CourierNewPSMT"/>
                  <a:cs typeface="CourierNewPSMT"/>
                </a:rPr>
                <a:t>The score is by William Walton.</a:t>
              </a:r>
            </a:p>
          </p:txBody>
        </p:sp>
        <p:sp>
          <p:nvSpPr>
            <p:cNvPr id="635" name="F1_0634_line2d_4">
              <a:extLst>
                <a:ext uri="{FF2B5EF4-FFF2-40B4-BE49-F238E27FC236}">
                  <a16:creationId id="{5F462A12-A329-4AA1-864A-A258FB536119}"/>
                </a:ext>
              </a:extLst>
            </p:cNvPr>
            <p:cNvSpPr>
              <a:spLocks/>
            </p:cNvSpPr>
            <p:nvPr/>
          </p:nvSpPr>
          <p:spPr>
            <a:xfrm>
              <a:off x="521208" y="7297979"/>
              <a:ext cx="2963357" cy="32004"/>
            </a:xfrm>
            <a:custGeom>
              <a:avLst/>
              <a:gdLst/>
              <a:ahLst/>
              <a:cxnLst/>
              <a:rect l="0" t="0" r="2963357" b="32003"/>
              <a:pathLst>
                <a:path w="2963357" h="32004" fill="none">
                  <a:moveTo>
                    <a:pt x="0" y="0"/>
                  </a:moveTo>
                  <a:lnTo>
                    <a:pt x="0" y="32004"/>
                  </a:lnTo>
                  <a:lnTo>
                    <a:pt x="2963357" y="32004"/>
                  </a:lnTo>
                  <a:lnTo>
                    <a:pt x="2963357" y="0"/>
                  </a:lnTo>
                </a:path>
              </a:pathLst>
            </a:custGeom>
            <a:noFill/>
            <a:ln w="13335" cap="sq">
              <a:solidFill>
                <a:srgbClr val="357D6D"/>
              </a:solidFill>
              <a:round/>
            </a:ln>
          </p:spPr>
        </p:sp>
        <p:sp>
          <p:nvSpPr>
            <p:cNvPr id="636" name="F1_0635_line2d_5">
              <a:extLst>
                <a:ext uri="{FF2B5EF4-FFF2-40B4-BE49-F238E27FC236}">
                  <a16:creationId id="{55325D91-EF68-4F37-B4A2-EC27F8E620A6}"/>
                </a:ext>
              </a:extLst>
            </p:cNvPr>
            <p:cNvSpPr>
              <a:spLocks/>
            </p:cNvSpPr>
            <p:nvPr/>
          </p:nvSpPr>
          <p:spPr>
            <a:xfrm>
              <a:off x="3016667" y="7736891"/>
              <a:ext cx="2183526" cy="32004"/>
            </a:xfrm>
            <a:custGeom>
              <a:avLst/>
              <a:gdLst/>
              <a:ahLst/>
              <a:cxnLst/>
              <a:rect l="0" t="0" r="2183526" b="32004"/>
              <a:pathLst>
                <a:path w="2183526" h="32004" fill="none">
                  <a:moveTo>
                    <a:pt x="0" y="0"/>
                  </a:moveTo>
                  <a:lnTo>
                    <a:pt x="0" y="32004"/>
                  </a:lnTo>
                  <a:lnTo>
                    <a:pt x="2183526" y="32004"/>
                  </a:lnTo>
                  <a:lnTo>
                    <a:pt x="2183526" y="0"/>
                  </a:lnTo>
                </a:path>
              </a:pathLst>
            </a:custGeom>
            <a:noFill/>
            <a:ln w="13335" cap="sq">
              <a:solidFill>
                <a:srgbClr val="B86754"/>
              </a:solidFill>
              <a:round/>
            </a:ln>
          </p:spPr>
        </p:sp>
        <p:sp>
          <p:nvSpPr>
            <p:cNvPr id="20068" name="Requested role excerpt"/>
            <p:cNvSpPr txBox="1"/>
            <p:nvPr/>
          </p:nvSpPr>
          <p:spPr>
            <a:xfrm>
              <a:off x="517898" y="8197994"/>
              <a:ext cx="3616625" cy="5715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233547"/>
                  </a:solidFill>
                  <a:latin typeface="CourierNewPSMT"/>
                  <a:ea typeface="CourierNewPSMT"/>
                  <a:cs typeface="CourierNewPSMT"/>
                </a:defRPr>
              </a:pPr>
              <a:r>
                <a:rPr lang="en-US" sz="2040" b="0" i="0" kern="1200" spc="0" dirty="0">
                  <a:solidFill>
                    <a:srgbClr val="233547"/>
                  </a:solidFill>
                  <a:latin typeface="CourierNewPSMT"/>
                  <a:ea typeface="CourierNewPSMT"/>
                  <a:cs typeface="CourierNewPSMT"/>
                </a:rPr>
                <a:t>the author of the play</a:t>
              </a:r>
            </a:p>
          </p:txBody>
        </p:sp>
        <p:sp>
          <p:nvSpPr>
            <p:cNvPr id="642" name="F1_0641_line2d_6">
              <a:extLst>
                <a:ext uri="{FF2B5EF4-FFF2-40B4-BE49-F238E27FC236}">
                  <a16:creationId id="{8233AD90-1AB2-4458-833C-B28DB991BDEE}"/>
                </a:ext>
              </a:extLst>
            </p:cNvPr>
            <p:cNvSpPr>
              <a:spLocks/>
            </p:cNvSpPr>
            <p:nvPr/>
          </p:nvSpPr>
          <p:spPr>
            <a:xfrm>
              <a:off x="4023447" y="8951976"/>
              <a:ext cx="159193" cy="127"/>
            </a:xfrm>
            <a:custGeom>
              <a:avLst/>
              <a:gdLst/>
              <a:ahLst/>
              <a:cxnLst/>
              <a:rect l="0" t="0" r="159192" b="127"/>
              <a:pathLst>
                <a:path w="159193" h="127" fill="none">
                  <a:moveTo>
                    <a:pt x="0" y="0"/>
                  </a:moveTo>
                  <a:lnTo>
                    <a:pt x="159193" y="0"/>
                  </a:lnTo>
                </a:path>
              </a:pathLst>
            </a:custGeom>
            <a:noFill/>
            <a:ln w="13970" cap="sq">
              <a:solidFill>
                <a:srgbClr val="233547"/>
              </a:solidFill>
              <a:round/>
            </a:ln>
          </p:spPr>
        </p:sp>
        <p:sp>
          <p:nvSpPr>
            <p:cNvPr id="643" name="F1_0642_line2d_7">
              <a:extLst>
                <a:ext uri="{FF2B5EF4-FFF2-40B4-BE49-F238E27FC236}">
                  <a16:creationId id="{4D6178C8-514F-48E1-9A2D-1B192E229A17}"/>
                </a:ext>
              </a:extLst>
            </p:cNvPr>
            <p:cNvSpPr>
              <a:spLocks/>
            </p:cNvSpPr>
            <p:nvPr/>
          </p:nvSpPr>
          <p:spPr>
            <a:xfrm>
              <a:off x="7167503" y="8951976"/>
              <a:ext cx="278587" cy="127"/>
            </a:xfrm>
            <a:custGeom>
              <a:avLst/>
              <a:gdLst/>
              <a:ahLst/>
              <a:cxnLst/>
              <a:rect l="0" t="0" r="278587" b="127"/>
              <a:pathLst>
                <a:path w="278587" h="127" fill="none">
                  <a:moveTo>
                    <a:pt x="0" y="0"/>
                  </a:moveTo>
                  <a:lnTo>
                    <a:pt x="278587" y="0"/>
                  </a:lnTo>
                </a:path>
              </a:pathLst>
            </a:custGeom>
            <a:noFill/>
            <a:ln w="13970" cap="sq">
              <a:solidFill>
                <a:srgbClr val="233547"/>
              </a:solidFill>
              <a:round/>
            </a:ln>
          </p:spPr>
        </p:sp>
        <p:sp>
          <p:nvSpPr>
            <p:cNvPr id="644" name="F1_0643_line2d_8">
              <a:extLst>
                <a:ext uri="{FF2B5EF4-FFF2-40B4-BE49-F238E27FC236}">
                  <a16:creationId id="{6D9CBDBA-03AB-40B6-A0B1-53D53DF88751}"/>
                </a:ext>
              </a:extLst>
            </p:cNvPr>
            <p:cNvSpPr>
              <a:spLocks/>
            </p:cNvSpPr>
            <p:nvPr/>
          </p:nvSpPr>
          <p:spPr>
            <a:xfrm>
              <a:off x="8003264" y="8951976"/>
              <a:ext cx="198991" cy="127"/>
            </a:xfrm>
            <a:custGeom>
              <a:avLst/>
              <a:gdLst/>
              <a:ahLst/>
              <a:cxnLst/>
              <a:rect l="0" t="0" r="198990" b="127"/>
              <a:pathLst>
                <a:path w="198991" h="127" fill="none">
                  <a:moveTo>
                    <a:pt x="0" y="0"/>
                  </a:moveTo>
                  <a:lnTo>
                    <a:pt x="198991" y="0"/>
                  </a:lnTo>
                </a:path>
              </a:pathLst>
            </a:custGeom>
            <a:noFill/>
            <a:ln w="13970" cap="sq">
              <a:solidFill>
                <a:srgbClr val="233547"/>
              </a:solidFill>
              <a:round/>
            </a:ln>
          </p:spPr>
        </p:sp>
        <p:sp>
          <p:nvSpPr>
            <p:cNvPr id="774" name="F1_0773_text_77" descr="(d)">
              <a:extLst>
                <a:ext uri="{FF2B5EF4-FFF2-40B4-BE49-F238E27FC236}">
                  <a16:creationId id="{4FDCE844-A85F-4CD2-A7AC-D845CA3233D7}"/>
                </a:ext>
              </a:extLst>
            </p:cNvPr>
            <p:cNvSpPr>
              <a:spLocks/>
            </p:cNvSpPr>
            <p:nvPr/>
          </p:nvSpPr>
          <p:spPr>
            <a:xfrm>
              <a:off x="200640" y="6044392"/>
              <a:ext cx="341709" cy="3108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120" b="1" i="0" kern="1200" spc="0" dirty="0">
                  <a:solidFill>
                    <a:srgbClr val="233547"/>
                  </a:solidFill>
                  <a:latin typeface="TimesNewRomanPS-BoldMT"/>
                  <a:ea typeface="TimesNewRomanPS-BoldMT"/>
                  <a:cs typeface="TimesNewRomanPS-BoldMT"/>
                </a:defRPr>
              </a:pPr>
              <a:r>
                <a:rPr lang="en-US" sz="2120" b="1" i="0" kern="1200" spc="0" dirty="0">
                  <a:solidFill>
                    <a:srgbClr val="233547"/>
                  </a:solidFill>
                  <a:latin typeface="TimesNewRomanPS-BoldMT"/>
                  <a:ea typeface="TimesNewRomanPS-BoldMT"/>
                  <a:cs typeface="TimesNewRomanPS-BoldMT"/>
                </a:rPr>
                <a:t>(d)</a:t>
              </a:r>
            </a:p>
          </p:txBody>
        </p:sp>
        <p:sp>
          <p:nvSpPr>
            <p:cNvPr id="775" name="F1_0774_text_78" descr="Choose the playwright, not the composer.">
              <a:extLst>
                <a:ext uri="{FF2B5EF4-FFF2-40B4-BE49-F238E27FC236}">
                  <a16:creationId id="{0FCCD4E6-6D4C-487E-9A42-2715F058C7B5}"/>
                </a:ext>
              </a:extLst>
            </p:cNvPr>
            <p:cNvSpPr>
              <a:spLocks/>
            </p:cNvSpPr>
            <p:nvPr/>
          </p:nvSpPr>
          <p:spPr>
            <a:xfrm>
              <a:off x="749280" y="6048263"/>
              <a:ext cx="4749602" cy="3108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120" b="1" i="0" kern="1200" spc="0" dirty="0">
                  <a:solidFill>
                    <a:srgbClr val="233547"/>
                  </a:solidFill>
                  <a:latin typeface="TimesNewRomanPS-BoldMT"/>
                  <a:ea typeface="TimesNewRomanPS-BoldMT"/>
                  <a:cs typeface="TimesNewRomanPS-BoldMT"/>
                </a:defRPr>
              </a:pPr>
              <a:r>
                <a:rPr lang="en-US" sz="2120" b="1" i="0" kern="1200" spc="0" dirty="0">
                  <a:solidFill>
                    <a:srgbClr val="233547"/>
                  </a:solidFill>
                  <a:latin typeface="TimesNewRomanPS-BoldMT"/>
                  <a:ea typeface="TimesNewRomanPS-BoldMT"/>
                  <a:cs typeface="TimesNewRomanPS-BoldMT"/>
                </a:rPr>
                <a:t>Choose the playwright, not the composer.</a:t>
              </a:r>
            </a:p>
          </p:txBody>
        </p:sp>
        <p:sp>
          <p:nvSpPr>
            <p:cNvPr id="776" name="F1_0775_text_79" descr="MoreHopQA example 1">
              <a:extLst>
                <a:ext uri="{FF2B5EF4-FFF2-40B4-BE49-F238E27FC236}">
                  <a16:creationId id="{8AE702D7-03DD-47BA-AE8C-E072C3F1F3D9}"/>
                </a:ext>
              </a:extLst>
            </p:cNvPr>
            <p:cNvSpPr>
              <a:spLocks/>
            </p:cNvSpPr>
            <p:nvPr/>
          </p:nvSpPr>
          <p:spPr>
            <a:xfrm>
              <a:off x="10087868" y="6147201"/>
              <a:ext cx="2515592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defRPr>
              </a:pPr>
              <a:r>
                <a: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rPr>
                <a:t>MoreHopQA example 1</a:t>
              </a:r>
            </a:p>
          </p:txBody>
        </p:sp>
        <p:sp>
          <p:nvSpPr>
            <p:cNvPr id="777" name="F1_0776_text_80" descr="CONTEXT EXCERPTS">
              <a:extLst>
                <a:ext uri="{FF2B5EF4-FFF2-40B4-BE49-F238E27FC236}">
                  <a16:creationId id="{E4DAE491-7E8B-40FD-9614-5A5121814483}"/>
                </a:ext>
              </a:extLst>
            </p:cNvPr>
            <p:cNvSpPr>
              <a:spLocks/>
            </p:cNvSpPr>
            <p:nvPr/>
          </p:nvSpPr>
          <p:spPr>
            <a:xfrm>
              <a:off x="237236" y="6531798"/>
              <a:ext cx="2733675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1" i="0" kern="1200" spc="0" dirty="0">
                  <a:solidFill>
                    <a:srgbClr val="748293"/>
                  </a:solidFill>
                  <a:latin typeface="TimesNewRomanPS-BoldMT"/>
                  <a:ea typeface="TimesNewRomanPS-BoldMT"/>
                  <a:cs typeface="TimesNewRomanPS-BoldMT"/>
                </a:defRPr>
              </a:pPr>
              <a:r>
                <a:rPr lang="en-US" sz="2040" b="1" i="0" kern="1200" spc="0" dirty="0">
                  <a:solidFill>
                    <a:srgbClr val="748293"/>
                  </a:solidFill>
                  <a:latin typeface="TimesNewRomanPS-BoldMT"/>
                  <a:ea typeface="TimesNewRomanPS-BoldMT"/>
                  <a:cs typeface="TimesNewRomanPS-BoldMT"/>
                </a:rPr>
                <a:t>CONTEXT EXCERPTS</a:t>
              </a:r>
            </a:p>
          </p:txBody>
        </p:sp>
        <p:sp>
          <p:nvSpPr>
            <p:cNvPr id="778" name="F1_0777_text_81" descr="Name-span total (nats)">
              <a:extLst>
                <a:ext uri="{FF2B5EF4-FFF2-40B4-BE49-F238E27FC236}">
                  <a16:creationId id="{D8E618EA-2FB3-43DE-9683-8E34D2F78537}"/>
                </a:ext>
              </a:extLst>
            </p:cNvPr>
            <p:cNvSpPr>
              <a:spLocks/>
            </p:cNvSpPr>
            <p:nvPr/>
          </p:nvSpPr>
          <p:spPr>
            <a:xfrm>
              <a:off x="6528217" y="6540393"/>
              <a:ext cx="2371923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defRPr>
              </a:pPr>
              <a:r>
                <a: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rPr>
                <a:t>Name-span total (nats)</a:t>
              </a:r>
            </a:p>
          </p:txBody>
        </p:sp>
        <p:sp>
          <p:nvSpPr>
            <p:cNvPr id="779" name="F1_0778_text_82" descr="…">
              <a:extLst>
                <a:ext uri="{FF2B5EF4-FFF2-40B4-BE49-F238E27FC236}">
                  <a16:creationId id="{E93FC2EB-CC6F-4670-ACA6-5268BA0E1CF1}"/>
                </a:ext>
              </a:extLst>
            </p:cNvPr>
            <p:cNvSpPr>
              <a:spLocks/>
            </p:cNvSpPr>
            <p:nvPr/>
          </p:nvSpPr>
          <p:spPr>
            <a:xfrm>
              <a:off x="188568" y="6910725"/>
              <a:ext cx="271661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defRPr>
              </a:pPr>
              <a:r>
                <a: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rPr>
                <a:t>…</a:t>
              </a:r>
            </a:p>
          </p:txBody>
        </p:sp>
        <p:sp>
          <p:nvSpPr>
            <p:cNvPr id="780" name="F1_0779_text_83" descr="…">
              <a:extLst>
                <a:ext uri="{FF2B5EF4-FFF2-40B4-BE49-F238E27FC236}">
                  <a16:creationId id="{8C355D10-3E1B-414E-8265-1F990925970D}"/>
                </a:ext>
              </a:extLst>
            </p:cNvPr>
            <p:cNvSpPr>
              <a:spLocks/>
            </p:cNvSpPr>
            <p:nvPr/>
          </p:nvSpPr>
          <p:spPr>
            <a:xfrm>
              <a:off x="188568" y="7349637"/>
              <a:ext cx="271661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defRPr>
              </a:pPr>
              <a:r>
                <a: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rPr>
                <a:t>…</a:t>
              </a:r>
            </a:p>
          </p:txBody>
        </p:sp>
        <p:sp>
          <p:nvSpPr>
            <p:cNvPr id="781" name="F1_0780_text_84" descr="+1.56">
              <a:extLst>
                <a:ext uri="{FF2B5EF4-FFF2-40B4-BE49-F238E27FC236}">
                  <a16:creationId id="{C4C74CD7-8948-4FCD-88AD-75B7526DFF27}"/>
                </a:ext>
              </a:extLst>
            </p:cNvPr>
            <p:cNvSpPr>
              <a:spLocks/>
            </p:cNvSpPr>
            <p:nvPr/>
          </p:nvSpPr>
          <p:spPr>
            <a:xfrm>
              <a:off x="7809555" y="6882193"/>
              <a:ext cx="660797" cy="32211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200" b="1" i="0" kern="1200" spc="0" dirty="0">
                  <a:solidFill>
                    <a:srgbClr val="357D6D"/>
                  </a:solidFill>
                  <a:latin typeface="TimesNewRomanPS-BoldMT"/>
                  <a:ea typeface="TimesNewRomanPS-BoldMT"/>
                  <a:cs typeface="TimesNewRomanPS-BoldMT"/>
                </a:defRPr>
              </a:pPr>
              <a:r>
                <a:rPr lang="en-US" sz="2200" b="1" i="0" kern="1200" spc="0" dirty="0">
                  <a:solidFill>
                    <a:srgbClr val="357D6D"/>
                  </a:solidFill>
                  <a:latin typeface="TimesNewRomanPS-BoldMT"/>
                  <a:ea typeface="TimesNewRomanPS-BoldMT"/>
                  <a:cs typeface="TimesNewRomanPS-BoldMT"/>
                </a:rPr>
                <a:t>+1.56</a:t>
              </a:r>
            </a:p>
          </p:txBody>
        </p:sp>
        <p:sp>
          <p:nvSpPr>
            <p:cNvPr id="782" name="F1_0781_text_85" descr="−1.13">
              <a:extLst>
                <a:ext uri="{FF2B5EF4-FFF2-40B4-BE49-F238E27FC236}">
                  <a16:creationId id="{014E93FB-9583-46B2-868B-92A81A132750}"/>
                </a:ext>
              </a:extLst>
            </p:cNvPr>
            <p:cNvSpPr>
              <a:spLocks/>
            </p:cNvSpPr>
            <p:nvPr/>
          </p:nvSpPr>
          <p:spPr>
            <a:xfrm>
              <a:off x="7809555" y="7321105"/>
              <a:ext cx="660797" cy="32211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200" b="1" i="0" kern="1200" spc="0" dirty="0">
                  <a:solidFill>
                    <a:srgbClr val="B86754"/>
                  </a:solidFill>
                  <a:latin typeface="TimesNewRomanPS-BoldMT"/>
                  <a:ea typeface="TimesNewRomanPS-BoldMT"/>
                  <a:cs typeface="TimesNewRomanPS-BoldMT"/>
                </a:defRPr>
              </a:pPr>
              <a:r>
                <a:rPr lang="en-US" sz="2200" b="1" i="0" kern="1200" spc="0" dirty="0">
                  <a:solidFill>
                    <a:srgbClr val="B86754"/>
                  </a:solidFill>
                  <a:latin typeface="TimesNewRomanPS-BoldMT"/>
                  <a:ea typeface="TimesNewRomanPS-BoldMT"/>
                  <a:cs typeface="TimesNewRomanPS-BoldMT"/>
                </a:rPr>
                <a:t>−1.13</a:t>
              </a:r>
            </a:p>
          </p:txBody>
        </p:sp>
        <p:sp>
          <p:nvSpPr>
            <p:cNvPr id="783" name="F1_0782_text_86" descr="REQUESTED ROLE (EXCERPT)">
              <a:extLst>
                <a:ext uri="{FF2B5EF4-FFF2-40B4-BE49-F238E27FC236}">
                  <a16:creationId id="{53147C23-87C2-4278-8B9E-300E864BBA72}"/>
                </a:ext>
              </a:extLst>
            </p:cNvPr>
            <p:cNvSpPr>
              <a:spLocks/>
            </p:cNvSpPr>
            <p:nvPr/>
          </p:nvSpPr>
          <p:spPr>
            <a:xfrm>
              <a:off x="237236" y="7830570"/>
              <a:ext cx="3882033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1" i="0" kern="1200" spc="0" dirty="0">
                  <a:solidFill>
                    <a:srgbClr val="748293"/>
                  </a:solidFill>
                  <a:latin typeface="TimesNewRomanPS-BoldMT"/>
                  <a:ea typeface="TimesNewRomanPS-BoldMT"/>
                  <a:cs typeface="TimesNewRomanPS-BoldMT"/>
                </a:defRPr>
              </a:pPr>
              <a:r>
                <a:rPr lang="en-US" sz="2040" b="1" i="0" kern="1200" spc="0" dirty="0">
                  <a:solidFill>
                    <a:srgbClr val="748293"/>
                  </a:solidFill>
                  <a:latin typeface="TimesNewRomanPS-BoldMT"/>
                  <a:ea typeface="TimesNewRomanPS-BoldMT"/>
                  <a:cs typeface="TimesNewRomanPS-BoldMT"/>
                </a:rPr>
                <a:t>REQUESTED ROLE (EXCERPT)</a:t>
              </a:r>
            </a:p>
          </p:txBody>
        </p:sp>
        <p:sp>
          <p:nvSpPr>
            <p:cNvPr id="784" name="F1_0783_text_87" descr="…">
              <a:extLst>
                <a:ext uri="{FF2B5EF4-FFF2-40B4-BE49-F238E27FC236}">
                  <a16:creationId id="{4B873B86-4A95-425D-BC64-3DBA2359ECCC}"/>
                </a:ext>
              </a:extLst>
            </p:cNvPr>
            <p:cNvSpPr>
              <a:spLocks/>
            </p:cNvSpPr>
            <p:nvPr/>
          </p:nvSpPr>
          <p:spPr>
            <a:xfrm>
              <a:off x="188568" y="8200029"/>
              <a:ext cx="271661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defRPr>
              </a:pPr>
              <a:r>
                <a: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rPr>
                <a:t>…</a:t>
              </a:r>
            </a:p>
          </p:txBody>
        </p:sp>
        <p:sp>
          <p:nvSpPr>
            <p:cNvPr id="785" name="F1_0784_text_88" descr="…">
              <a:extLst>
                <a:ext uri="{FF2B5EF4-FFF2-40B4-BE49-F238E27FC236}">
                  <a16:creationId id="{65DAF87C-0B82-44FB-8B50-01C1BCDD3D09}"/>
                </a:ext>
              </a:extLst>
            </p:cNvPr>
            <p:cNvSpPr>
              <a:spLocks/>
            </p:cNvSpPr>
            <p:nvPr/>
          </p:nvSpPr>
          <p:spPr>
            <a:xfrm>
              <a:off x="3997656" y="8200029"/>
              <a:ext cx="271661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defRPr>
              </a:pPr>
              <a:r>
                <a: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rPr>
                <a:t>…</a:t>
              </a:r>
            </a:p>
          </p:txBody>
        </p:sp>
        <p:sp>
          <p:nvSpPr>
            <p:cNvPr id="786" name="F1_0785_text_89" descr="Answer">
              <a:extLst>
                <a:ext uri="{FF2B5EF4-FFF2-40B4-BE49-F238E27FC236}">
                  <a16:creationId id="{87F3324E-2F31-4165-ABEB-8FE5C38D4F8E}"/>
                </a:ext>
              </a:extLst>
            </p:cNvPr>
            <p:cNvSpPr>
              <a:spLocks/>
            </p:cNvSpPr>
            <p:nvPr/>
          </p:nvSpPr>
          <p:spPr>
            <a:xfrm>
              <a:off x="9600692" y="6714678"/>
              <a:ext cx="861219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1" i="0" kern="1200" spc="0" dirty="0">
                  <a:solidFill>
                    <a:srgbClr val="9A8054"/>
                  </a:solidFill>
                  <a:latin typeface="TimesNewRomanPS-BoldMT"/>
                  <a:ea typeface="TimesNewRomanPS-BoldMT"/>
                  <a:cs typeface="TimesNewRomanPS-BoldMT"/>
                </a:defRPr>
              </a:pPr>
              <a:r>
                <a:rPr lang="en-US" sz="2040" b="1" i="0" kern="1200" spc="0" dirty="0">
                  <a:solidFill>
                    <a:srgbClr val="9A8054"/>
                  </a:solidFill>
                  <a:latin typeface="TimesNewRomanPS-BoldMT"/>
                  <a:ea typeface="TimesNewRomanPS-BoldMT"/>
                  <a:cs typeface="TimesNewRomanPS-BoldMT"/>
                </a:rPr>
                <a:t>Answer</a:t>
              </a:r>
            </a:p>
          </p:txBody>
        </p:sp>
        <p:sp>
          <p:nvSpPr>
            <p:cNvPr id="787" name="F1_0786_text_90" descr="William">
              <a:extLst>
                <a:ext uri="{FF2B5EF4-FFF2-40B4-BE49-F238E27FC236}">
                  <a16:creationId id="{A83AD285-0CAA-4A0A-B0AA-D5F66064E887}"/>
                </a:ext>
              </a:extLst>
            </p:cNvPr>
            <p:cNvSpPr>
              <a:spLocks/>
            </p:cNvSpPr>
            <p:nvPr/>
          </p:nvSpPr>
          <p:spPr>
            <a:xfrm>
              <a:off x="9609722" y="7153993"/>
              <a:ext cx="1100931" cy="3643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500" b="1" i="0" kern="1200" spc="0" dirty="0">
                  <a:solidFill>
                    <a:srgbClr val="233547"/>
                  </a:solidFill>
                  <a:latin typeface="TimesNewRomanPS-BoldMT"/>
                  <a:ea typeface="TimesNewRomanPS-BoldMT"/>
                  <a:cs typeface="TimesNewRomanPS-BoldMT"/>
                </a:defRPr>
              </a:pPr>
              <a:r>
                <a:rPr lang="en-US" sz="2500" b="1" i="0" kern="1200" spc="0" dirty="0">
                  <a:solidFill>
                    <a:srgbClr val="233547"/>
                  </a:solidFill>
                  <a:latin typeface="TimesNewRomanPS-BoldMT"/>
                  <a:ea typeface="TimesNewRomanPS-BoldMT"/>
                  <a:cs typeface="TimesNewRomanPS-BoldMT"/>
                </a:rPr>
                <a:t>William</a:t>
              </a:r>
            </a:p>
          </p:txBody>
        </p:sp>
        <p:sp>
          <p:nvSpPr>
            <p:cNvPr id="788" name="F1_0787_text_91" descr="Shakespeare">
              <a:extLst>
                <a:ext uri="{FF2B5EF4-FFF2-40B4-BE49-F238E27FC236}">
                  <a16:creationId id="{ACA1D460-67A3-4899-A938-4ED89A40A5D7}"/>
                </a:ext>
              </a:extLst>
            </p:cNvPr>
            <p:cNvSpPr>
              <a:spLocks/>
            </p:cNvSpPr>
            <p:nvPr/>
          </p:nvSpPr>
          <p:spPr>
            <a:xfrm>
              <a:off x="9609722" y="7570236"/>
              <a:ext cx="1718072" cy="3643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500" b="1" i="0" kern="1200" spc="0" dirty="0">
                  <a:solidFill>
                    <a:srgbClr val="233547"/>
                  </a:solidFill>
                  <a:latin typeface="TimesNewRomanPS-BoldMT"/>
                  <a:ea typeface="TimesNewRomanPS-BoldMT"/>
                  <a:cs typeface="TimesNewRomanPS-BoldMT"/>
                </a:defRPr>
              </a:pPr>
              <a:r>
                <a:rPr lang="en-US" sz="2500" b="1" i="0" kern="1200" spc="0" dirty="0">
                  <a:solidFill>
                    <a:srgbClr val="233547"/>
                  </a:solidFill>
                  <a:latin typeface="TimesNewRomanPS-BoldMT"/>
                  <a:ea typeface="TimesNewRomanPS-BoldMT"/>
                  <a:cs typeface="TimesNewRomanPS-BoldMT"/>
                </a:rPr>
                <a:t>Shakespeare</a:t>
              </a:r>
            </a:p>
          </p:txBody>
        </p:sp>
        <p:grpSp>
          <p:nvGrpSpPr>
            <p:cNvPr id="10053" name="∑A=ΔFii"/>
            <p:cNvGrpSpPr/>
            <p:nvPr/>
          </p:nvGrpSpPr>
          <p:grpSpPr>
            <a:xfrm>
              <a:off x="10387045" y="8591840"/>
              <a:ext cx="1217448" cy="687853"/>
              <a:chOff x="10387045" y="8591840"/>
              <a:chExt cx="1217448" cy="687853"/>
            </a:xfrm>
          </p:grpSpPr>
          <mc:AlternateContent>
            <mc:Choice Requires="a14">
              <p:sp>
                <p:nvSpPr>
                  <p:cNvPr id="20053" name="Equation sum_i sub(A,i)=ΔF" descr="sum_i sub(A,i)=ΔF"/>
                  <p:cNvSpPr txBox="1"/>
                  <p:nvPr/>
                </p:nvSpPr>
                <p:spPr>
                  <a:xfrm>
                    <a:off x="10387045" y="8564103"/>
                    <a:ext cx="1280948" cy="82296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>
                    <a:noAutofit/>
                  </a:bodyPr>
                  <a:lstStyle/>
                  <a:p>
                    <a:pPr algn="l">
                      <a:defRPr lang="en-US" sz="2400" b="0" i="0" smtClean="0">
                        <a:solidFill>
                          <a:srgbClr val="8971B1"/>
                        </a:solidFill>
                        <a:latin typeface="Cambria Math" charset="0"/>
                        <a:ea typeface="Cambria Math" charset="0"/>
                        <a:cs typeface="Cambria Math" charset="0"/>
                      </a:defRPr>
                    </a:pPr>
                    <a14:m>
                      <m:oMathPara>
                        <m:oMathParaPr>
                          <m:jc m:val="centerGroup"/>
                        </m:oMathParaPr>
                        <m:oMath>
                          <m:limLow>
                            <m:limLowPr>
                              <m:ctrlPr>
                                <a:rPr lang="en-US" sz="2400" b="0" i="1" smtClean="0">
                                  <a:solidFill>
                                    <a:srgbClr val="8971B1"/>
                                  </a:solidFill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limLowPr>
                            <m:e>
                              <m:r>
                                <a:rPr lang="en-US" sz="2400" b="0" i="0" smtClean="0">
                                  <a:solidFill>
                                    <a:srgbClr val="8971B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lang="en-US" sz="2400" b="0" i="1" smtClean="0">
                                  <a:solidFill>
                                    <a:srgbClr val="8971B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𝑖</m:t>
                              </m:r>
                            </m:lim>
                          </m:limLow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8971B1"/>
                                  </a:solidFill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8971B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8971B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0" smtClean="0">
                              <a:solidFill>
                                <a:srgbClr val="8971B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8971B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Δ</m:t>
                          </m:r>
                          <m:r>
                            <a:rPr lang="en-US" sz="2400" b="0" i="1" smtClean="0">
                              <a:solidFill>
                                <a:srgbClr val="8971B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𝐹</m:t>
                          </m:r>
                        </m:oMath>
                      </m:oMathPara>
                    </a14:m>
                    <a:endParaRPr lang="en-US" sz="2400" b="0" i="0">
                      <a:solidFill>
                        <a:srgbClr val="8971B1"/>
                      </a:solidFill>
                      <a:latin typeface="Cambria Math" charset="0"/>
                      <a:ea typeface="Cambria Math" charset="0"/>
                      <a:cs typeface="Cambria Math" charset="0"/>
                    </a:endParaRPr>
                  </a:p>
                </p:txBody>
              </p:sp>
            </mc:Choice>
            <mc:Fallback>
              <p:sp>
                <p:nvSpPr>
                  <p:cNvPr id="20053" name="Equation sum_i sub(A,i)=ΔF" descr="sum_i sub(A,i)=ΔF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87045" y="8564103"/>
                    <a:ext cx="1280948" cy="822960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 l="-11429" r="-761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96" name="F1_0795_text_93" descr="Across all input sources">
              <a:extLst>
                <a:ext uri="{FF2B5EF4-FFF2-40B4-BE49-F238E27FC236}">
                  <a16:creationId id="{EBC6334C-29C3-4C1D-8542-1A1A3B0CC69A}"/>
                </a:ext>
              </a:extLst>
            </p:cNvPr>
            <p:cNvSpPr>
              <a:spLocks/>
            </p:cNvSpPr>
            <p:nvPr/>
          </p:nvSpPr>
          <p:spPr>
            <a:xfrm>
              <a:off x="9749532" y="9192153"/>
              <a:ext cx="2494756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defRPr>
              </a:pPr>
              <a:r>
                <a: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rPr>
                <a:t>Across all input sources</a:t>
              </a:r>
            </a:p>
          </p:txBody>
        </p:sp>
        <p:sp>
          <p:nvSpPr>
            <p:cNvPr id="797" name="F1_0796_text_94" descr="Full input">
              <a:extLst>
                <a:ext uri="{FF2B5EF4-FFF2-40B4-BE49-F238E27FC236}">
                  <a16:creationId id="{6BD20EE1-9A6E-4965-AE1B-D637B4A2D601}"/>
                </a:ext>
              </a:extLst>
            </p:cNvPr>
            <p:cNvSpPr>
              <a:spLocks/>
            </p:cNvSpPr>
            <p:nvPr/>
          </p:nvSpPr>
          <p:spPr>
            <a:xfrm>
              <a:off x="520681" y="8954409"/>
              <a:ext cx="1027906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defRPr>
              </a:pPr>
              <a:r>
                <a: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rPr>
                <a:t>Full input</a:t>
              </a:r>
            </a:p>
          </p:txBody>
        </p:sp>
        <p:sp>
          <p:nvSpPr>
            <p:cNvPr id="798" name="F1_0797_text_95" descr="Shown spans underlined">
              <a:extLst>
                <a:ext uri="{FF2B5EF4-FFF2-40B4-BE49-F238E27FC236}">
                  <a16:creationId id="{966119C6-4F5A-4D9C-8816-71DBBEFED480}"/>
                </a:ext>
              </a:extLst>
            </p:cNvPr>
            <p:cNvSpPr>
              <a:spLocks/>
            </p:cNvSpPr>
            <p:nvPr/>
          </p:nvSpPr>
          <p:spPr>
            <a:xfrm>
              <a:off x="6345440" y="8954409"/>
              <a:ext cx="2545556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defRPr>
              </a:pPr>
              <a:r>
                <a: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rPr>
                <a:t>Shown spans underlined</a:t>
              </a:r>
            </a:p>
          </p:txBody>
        </p:sp>
        <p:sp>
          <p:nvSpPr>
            <p:cNvPr id="799" name="F1_0798_text_96" descr="≤−2.5">
              <a:extLst>
                <a:ext uri="{FF2B5EF4-FFF2-40B4-BE49-F238E27FC236}">
                  <a16:creationId id="{7EBEB90D-3849-42C4-BFBE-9E913CF764B2}"/>
                </a:ext>
              </a:extLst>
            </p:cNvPr>
            <p:cNvSpPr>
              <a:spLocks/>
            </p:cNvSpPr>
            <p:nvPr/>
          </p:nvSpPr>
          <p:spPr>
            <a:xfrm>
              <a:off x="5614222" y="8341761"/>
              <a:ext cx="624681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defRPr>
              </a:pPr>
              <a:r>
                <a: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rPr>
                <a:t>≤−2.5</a:t>
              </a:r>
            </a:p>
          </p:txBody>
        </p:sp>
        <p:sp>
          <p:nvSpPr>
            <p:cNvPr id="800" name="F1_0799_text_97" descr="0">
              <a:extLst>
                <a:ext uri="{FF2B5EF4-FFF2-40B4-BE49-F238E27FC236}">
                  <a16:creationId id="{212DA0F7-10D9-4BE9-BAC7-AE8966021E1A}"/>
                </a:ext>
              </a:extLst>
            </p:cNvPr>
            <p:cNvSpPr>
              <a:spLocks/>
            </p:cNvSpPr>
            <p:nvPr/>
          </p:nvSpPr>
          <p:spPr>
            <a:xfrm>
              <a:off x="6975563" y="8341761"/>
              <a:ext cx="142280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defRPr>
              </a:pPr>
              <a:r>
                <a: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rPr>
                <a:t>0</a:t>
              </a:r>
            </a:p>
          </p:txBody>
        </p:sp>
        <p:sp>
          <p:nvSpPr>
            <p:cNvPr id="801" name="F1_0800_text_98" descr="≥+2.5">
              <a:extLst>
                <a:ext uri="{FF2B5EF4-FFF2-40B4-BE49-F238E27FC236}">
                  <a16:creationId id="{AFD8B901-9052-4ECB-A78C-38AB64B910C7}"/>
                </a:ext>
              </a:extLst>
            </p:cNvPr>
            <p:cNvSpPr>
              <a:spLocks/>
            </p:cNvSpPr>
            <p:nvPr/>
          </p:nvSpPr>
          <p:spPr>
            <a:xfrm>
              <a:off x="7854502" y="8341761"/>
              <a:ext cx="624681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defRPr>
              </a:pPr>
              <a:r>
                <a: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rPr>
                <a:t>≥+2.5</a:t>
              </a:r>
            </a:p>
          </p:txBody>
        </p:sp>
        <p:sp>
          <p:nvSpPr>
            <p:cNvPr id="802" name="F1_0801_text_99" descr="Token contribution (nats)">
              <a:extLst>
                <a:ext uri="{FF2B5EF4-FFF2-40B4-BE49-F238E27FC236}">
                  <a16:creationId id="{30CC9E30-CAF2-4A93-A58B-4BE3F63569EF}"/>
                </a:ext>
              </a:extLst>
            </p:cNvPr>
            <p:cNvSpPr>
              <a:spLocks/>
            </p:cNvSpPr>
            <p:nvPr/>
          </p:nvSpPr>
          <p:spPr>
            <a:xfrm>
              <a:off x="5725406" y="7820553"/>
              <a:ext cx="2642592" cy="29961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defRPr>
              </a:pPr>
              <a:r>
                <a:rPr lang="en-US" sz="2040" b="0" i="0" kern="1200" spc="0" dirty="0">
                  <a:solidFill>
                    <a:srgbClr val="748293"/>
                  </a:solidFill>
                  <a:latin typeface="TimesNewRomanPSMT"/>
                  <a:ea typeface="TimesNewRomanPSMT"/>
                  <a:cs typeface="TimesNewRomanPSMT"/>
                </a:rPr>
                <a:t>Token contribution (nats)</a:t>
              </a:r>
            </a:p>
          </p:txBody>
        </p:sp>
      </p:grpSp>
      <mc:AlternateContent>
        <mc:Choice Requires="a14">
          <p:sp>
            <p:nvSpPr>
              <p:cNvPr id="9988" name="文本框 9987">
                <a:extLst>
                  <a:ext uri="{FF2B5EF4-FFF2-40B4-BE49-F238E27FC236}">
                    <a16:creationId id="{3954FD6B-EF8A-4780-9802-7256D1D443B4}"/>
                  </a:ext>
                </a:extLst>
              </p:cNvPr>
              <p:cNvSpPr txBox="1"/>
              <p:nvPr/>
            </p:nvSpPr>
            <p:spPr>
              <a:xfrm>
                <a:off x="859583" y="902676"/>
                <a:ext cx="91422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>
                    <m:oMathParaPr>
                      <m:jc m:val="centerGroup"/>
                    </m:oMathParaPr>
                    <m:oMath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9988" name="文本框 9987">
                <a:extLst>
                  <a:ext uri="{FF2B5EF4-FFF2-40B4-BE49-F238E27FC236}">
                    <a16:creationId id="{3954FD6B-EF8A-4780-9802-7256D1D44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583" y="902676"/>
                <a:ext cx="914225" cy="307777"/>
              </a:xfrm>
              <a:prstGeom prst="rect">
                <a:avLst/>
              </a:prstGeom>
              <a:blipFill>
                <a:blip r:embed="rId33"/>
                <a:stretch>
                  <a:fillRect l="-6000" t="-1961" r="-10000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Requires="a14">
          <p:sp>
            <p:nvSpPr>
              <p:cNvPr id="863" name="文本框 862">
                <a:extLst>
                  <a:ext uri="{FF2B5EF4-FFF2-40B4-BE49-F238E27FC236}">
                    <a16:creationId id="{08975422-39AB-44E7-BE46-F37BEEAE27CC}"/>
                  </a:ext>
                </a:extLst>
              </p:cNvPr>
              <p:cNvSpPr txBox="1"/>
              <p:nvPr/>
            </p:nvSpPr>
            <p:spPr>
              <a:xfrm>
                <a:off x="4304046" y="896333"/>
                <a:ext cx="92018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>
                    <m:oMathParaPr>
                      <m:jc m:val="centerGroup"/>
                    </m:oMathParaPr>
                    <m:oMath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863" name="文本框 862">
                <a:extLst>
                  <a:ext uri="{FF2B5EF4-FFF2-40B4-BE49-F238E27FC236}">
                    <a16:creationId id="{08975422-39AB-44E7-BE46-F37BEEAE2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4046" y="896333"/>
                <a:ext cx="920188" cy="307777"/>
              </a:xfrm>
              <a:prstGeom prst="rect">
                <a:avLst/>
              </a:prstGeom>
              <a:blipFill>
                <a:blip r:embed="rId34"/>
                <a:stretch>
                  <a:fillRect l="-5960" t="-1961" r="-9934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89" name="任意多边形: 形状 9988">
            <a:extLst>
              <a:ext uri="{FF2B5EF4-FFF2-40B4-BE49-F238E27FC236}">
                <a16:creationId id="{847A4AB0-FC6E-45D0-910B-C69748586C3E}"/>
              </a:ext>
            </a:extLst>
          </p:cNvPr>
          <p:cNvSpPr/>
          <p:nvPr/>
        </p:nvSpPr>
        <p:spPr>
          <a:xfrm>
            <a:off x="2133921" y="3621080"/>
            <a:ext cx="3279648" cy="719328"/>
          </a:xfrm>
          <a:custGeom>
            <a:avLst/>
            <a:gdLst>
              <a:gd name="connsiteX0" fmla="*/ 1962912 w 3279648"/>
              <a:gd name="connsiteY0" fmla="*/ 0 h 719328"/>
              <a:gd name="connsiteX1" fmla="*/ 3279648 w 3279648"/>
              <a:gd name="connsiteY1" fmla="*/ 0 h 719328"/>
              <a:gd name="connsiteX2" fmla="*/ 597408 w 3279648"/>
              <a:gd name="connsiteY2" fmla="*/ 719328 h 719328"/>
              <a:gd name="connsiteX3" fmla="*/ 0 w 3279648"/>
              <a:gd name="connsiteY3" fmla="*/ 707136 h 719328"/>
              <a:gd name="connsiteX4" fmla="*/ 1962912 w 3279648"/>
              <a:gd name="connsiteY4" fmla="*/ 0 h 719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79648" h="719328">
                <a:moveTo>
                  <a:pt x="1962912" y="0"/>
                </a:moveTo>
                <a:lnTo>
                  <a:pt x="3279648" y="0"/>
                </a:lnTo>
                <a:lnTo>
                  <a:pt x="597408" y="719328"/>
                </a:lnTo>
                <a:lnTo>
                  <a:pt x="0" y="707136"/>
                </a:lnTo>
                <a:lnTo>
                  <a:pt x="1962912" y="0"/>
                </a:lnTo>
                <a:close/>
              </a:path>
            </a:pathLst>
          </a:custGeom>
          <a:gradFill>
            <a:gsLst>
              <a:gs pos="54000">
                <a:schemeClr val="bg2">
                  <a:lumMod val="90000"/>
                </a:schemeClr>
              </a:gs>
              <a:gs pos="0">
                <a:srgbClr val="F1F5F7">
                  <a:alpha val="2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92" name="任意多边形: 形状 9991">
            <a:extLst>
              <a:ext uri="{FF2B5EF4-FFF2-40B4-BE49-F238E27FC236}">
                <a16:creationId id="{933268DB-A5A4-43F7-B313-17945B3C07AB}"/>
              </a:ext>
            </a:extLst>
          </p:cNvPr>
          <p:cNvSpPr/>
          <p:nvPr/>
        </p:nvSpPr>
        <p:spPr>
          <a:xfrm>
            <a:off x="621424" y="3585151"/>
            <a:ext cx="1267968" cy="731520"/>
          </a:xfrm>
          <a:custGeom>
            <a:avLst/>
            <a:gdLst>
              <a:gd name="connsiteX0" fmla="*/ 182880 w 1267968"/>
              <a:gd name="connsiteY0" fmla="*/ 0 h 731520"/>
              <a:gd name="connsiteX1" fmla="*/ 1267968 w 1267968"/>
              <a:gd name="connsiteY1" fmla="*/ 0 h 731520"/>
              <a:gd name="connsiteX2" fmla="*/ 597408 w 1267968"/>
              <a:gd name="connsiteY2" fmla="*/ 731520 h 731520"/>
              <a:gd name="connsiteX3" fmla="*/ 0 w 1267968"/>
              <a:gd name="connsiteY3" fmla="*/ 719328 h 731520"/>
              <a:gd name="connsiteX4" fmla="*/ 182880 w 1267968"/>
              <a:gd name="connsiteY4" fmla="*/ 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7968" h="731520">
                <a:moveTo>
                  <a:pt x="182880" y="0"/>
                </a:moveTo>
                <a:lnTo>
                  <a:pt x="1267968" y="0"/>
                </a:lnTo>
                <a:lnTo>
                  <a:pt x="597408" y="731520"/>
                </a:lnTo>
                <a:lnTo>
                  <a:pt x="0" y="719328"/>
                </a:lnTo>
                <a:lnTo>
                  <a:pt x="182880" y="0"/>
                </a:lnTo>
                <a:close/>
              </a:path>
            </a:pathLst>
          </a:custGeom>
          <a:gradFill>
            <a:gsLst>
              <a:gs pos="54000">
                <a:schemeClr val="tx2">
                  <a:lumMod val="10000"/>
                  <a:lumOff val="90000"/>
                </a:schemeClr>
              </a:gs>
              <a:gs pos="0">
                <a:srgbClr val="F1F5F7">
                  <a:alpha val="2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8" name="F1_0697_text_39" descr="Token">
            <a:extLst>
              <a:ext uri="{FF2B5EF4-FFF2-40B4-BE49-F238E27FC236}">
                <a16:creationId id="{6D3F6334-82E0-49EE-A96D-39C97CD9831D}"/>
              </a:ext>
            </a:extLst>
          </p:cNvPr>
          <p:cNvSpPr>
            <a:spLocks/>
          </p:cNvSpPr>
          <p:nvPr/>
        </p:nvSpPr>
        <p:spPr>
          <a:xfrm>
            <a:off x="127551" y="3959356"/>
            <a:ext cx="711070" cy="2996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lang="en-US" sz="2040" b="0" i="0" kern="1200" spc="0" dirty="0">
                <a:solidFill>
                  <a:srgbClr val="20252B"/>
                </a:solidFill>
                <a:latin typeface="TimesNewRomanPSMT"/>
                <a:ea typeface="TimesNewRomanPSMT"/>
                <a:cs typeface="TimesNewRomanPSMT"/>
              </a:defRPr>
            </a:pPr>
            <a:r>
              <a:rPr lang="en-US" sz="2040" b="0" i="0" kern="1200" spc="0" dirty="0">
                <a:solidFill>
                  <a:srgbClr val="20252B"/>
                </a:solidFill>
                <a:latin typeface="TimesNewRomanPSMT"/>
                <a:ea typeface="TimesNewRomanPSMT"/>
                <a:cs typeface="TimesNewRomanPSMT"/>
              </a:rPr>
              <a:t>Token embed</a:t>
            </a:r>
          </a:p>
        </p:txBody>
      </p:sp>
      <p:sp>
        <p:nvSpPr>
          <p:cNvPr id="700" name="F1_0699_text_41" descr="EOS">
            <a:extLst>
              <a:ext uri="{FF2B5EF4-FFF2-40B4-BE49-F238E27FC236}">
                <a16:creationId id="{953FDFF1-263C-4B14-A0CE-CC8546AA3831}"/>
              </a:ext>
            </a:extLst>
          </p:cNvPr>
          <p:cNvSpPr>
            <a:spLocks/>
          </p:cNvSpPr>
          <p:nvPr/>
        </p:nvSpPr>
        <p:spPr>
          <a:xfrm>
            <a:off x="1881094" y="3980551"/>
            <a:ext cx="543620" cy="2996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lang="en-US" sz="2040" b="0" i="0" kern="1200" spc="0" dirty="0">
                <a:solidFill>
                  <a:srgbClr val="20252B"/>
                </a:solidFill>
                <a:latin typeface="TimesNewRomanPSMT"/>
                <a:ea typeface="TimesNewRomanPSMT"/>
                <a:cs typeface="TimesNewRomanPSMT"/>
              </a:defRPr>
            </a:pPr>
            <a:r>
              <a:rPr lang="en-US" sz="2040" b="0" i="0" kern="1200" spc="0" dirty="0">
                <a:solidFill>
                  <a:srgbClr val="20252B"/>
                </a:solidFill>
                <a:latin typeface="TimesNewRomanPSMT"/>
                <a:ea typeface="TimesNewRomanPSMT"/>
                <a:cs typeface="TimesNewRomanPSMT"/>
              </a:rPr>
              <a:t>EOS embed </a:t>
            </a:r>
          </a:p>
        </p:txBody>
      </p:sp>
      <p:sp>
        <p:nvSpPr>
          <p:cNvPr id="9994" name="任意多边形: 形状 9993">
            <a:extLst>
              <a:ext uri="{FF2B5EF4-FFF2-40B4-BE49-F238E27FC236}">
                <a16:creationId id="{DEDD7BB4-8914-4AC6-8752-1572DE2CAA02}"/>
              </a:ext>
            </a:extLst>
          </p:cNvPr>
          <p:cNvSpPr/>
          <p:nvPr/>
        </p:nvSpPr>
        <p:spPr>
          <a:xfrm>
            <a:off x="2170176" y="3621024"/>
            <a:ext cx="2572512" cy="743712"/>
          </a:xfrm>
          <a:custGeom>
            <a:avLst/>
            <a:gdLst>
              <a:gd name="connsiteX0" fmla="*/ 0 w 2572512"/>
              <a:gd name="connsiteY0" fmla="*/ 0 h 743712"/>
              <a:gd name="connsiteX1" fmla="*/ 1743456 w 2572512"/>
              <a:gd name="connsiteY1" fmla="*/ 12192 h 743712"/>
              <a:gd name="connsiteX2" fmla="*/ 2572512 w 2572512"/>
              <a:gd name="connsiteY2" fmla="*/ 743712 h 743712"/>
              <a:gd name="connsiteX3" fmla="*/ 1877568 w 2572512"/>
              <a:gd name="connsiteY3" fmla="*/ 743712 h 743712"/>
              <a:gd name="connsiteX4" fmla="*/ 0 w 2572512"/>
              <a:gd name="connsiteY4" fmla="*/ 0 h 743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2512" h="743712">
                <a:moveTo>
                  <a:pt x="0" y="0"/>
                </a:moveTo>
                <a:lnTo>
                  <a:pt x="1743456" y="12192"/>
                </a:lnTo>
                <a:lnTo>
                  <a:pt x="2572512" y="743712"/>
                </a:lnTo>
                <a:lnTo>
                  <a:pt x="1877568" y="74371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1000">
                <a:srgbClr val="B19BCA">
                  <a:lumMod val="53000"/>
                  <a:lumOff val="47000"/>
                </a:srgbClr>
              </a:gs>
              <a:gs pos="0">
                <a:srgbClr val="F1F5F7">
                  <a:alpha val="2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ns7:creationId val="7934493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221</Words>
  <Application>Microsoft Office PowerPoint</Application>
  <DocSecurity>0</DocSecurity>
  <PresentationFormat>自定义</PresentationFormat>
  <Paragraphs>84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TimesNewRomanPS-BoldMT</vt:lpstr>
      <vt:lpstr>Calibri</vt:lpstr>
      <vt:lpstr>CourierNewPSMT</vt:lpstr>
      <vt:lpstr>TimesNewRomanPSMT</vt:lpstr>
      <vt:lpstr>Cambria Math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Liang</cp:lastModifiedBy>
  <cp:revision>8</cp:revision>
  <dcterms:created xsi:type="dcterms:W3CDTF">2026-09-23T09:19:10Z</dcterms:created>
  <dcterms:modified xsi:type="dcterms:W3CDTF">2026-09-23T11:35:30Z</dcterms:modified>
</cp:coreProperties>
</file>